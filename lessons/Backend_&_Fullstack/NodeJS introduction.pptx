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037" autoAdjust="0"/>
    <p:restoredTop sz="94660"/>
  </p:normalViewPr>
  <p:slideViewPr>
    <p:cSldViewPr snapToGrid="0">
      <p:cViewPr>
        <p:scale>
          <a:sx n="75" d="100"/>
          <a:sy n="75" d="100"/>
        </p:scale>
        <p:origin x="1836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EE3EE26-B9B6-DAD9-098F-251D241565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7500204E-4D18-6833-2C2D-36593EC9A3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B72459E-F5E4-3574-FA44-E4CC826DF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381A-9499-4836-A5D5-8AF925C1C4D6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6BFCBFC-8C1E-A7C2-3417-60CFA7E14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8C1BC08-881A-4CD9-9195-52CDE623B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C969-B563-4FDC-89E4-1E16CFDF0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880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6F35D9-2A8F-997B-92E7-25F38BE75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5AEBFE3-7E0F-9572-3BFB-3764445E9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41591E3-F040-6CBB-8895-9272D30F0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381A-9499-4836-A5D5-8AF925C1C4D6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20D8E6C-DB2F-A997-213D-64611B8D6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349C4EB-EBD6-8080-EE56-36D14D6D4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C969-B563-4FDC-89E4-1E16CFDF0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31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4D3CD17-A805-37E8-77E4-E4FFC9D04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C0F32EE-7DFB-0BB1-69D1-02A52D7BB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6B75861-AF69-EFA5-6F26-067322755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381A-9499-4836-A5D5-8AF925C1C4D6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7B7C058-D1C8-BC50-3EAD-895421A25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7788BE5-1B38-D3C5-D354-B6CD2DE3B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C969-B563-4FDC-89E4-1E16CFDF0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025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6CC669E-876D-0E90-C875-35FAE75FF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1E8498C-8C02-71B3-2D21-561E6A2004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E0BB89A-7C2D-0FC5-7ABB-B66BB80E2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DD4492E-61BE-6A25-470C-58F6A6F5F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381A-9499-4836-A5D5-8AF925C1C4D6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DB20ED4-1379-0974-3D5B-017C411DB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5421E6A-50B7-65BA-F729-C9D0F0561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C969-B563-4FDC-89E4-1E16CFDF0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70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A7F490D-3D82-7C6C-37F2-6120DA733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3987416-BA81-AEC9-1728-4E81E5E28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3044816-5526-9649-16D1-A0A9C730C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60864987-0777-C367-51F5-672BD0A112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DCE82D9E-E0D3-1C74-62BD-D229C95ADC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3860914E-A11F-F34C-E627-9F8A8A201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381A-9499-4836-A5D5-8AF925C1C4D6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C0EB95B8-9ED7-E0FA-C02E-1177EAC68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ABCB856-82D4-01EE-2F77-F3BB6F7F2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C969-B563-4FDC-89E4-1E16CFDF0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55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4497171-1FC6-215E-4C8D-31825782D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08860CA1-E181-400F-F059-0A9938B0E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381A-9499-4836-A5D5-8AF925C1C4D6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282D7CE7-63FB-B4F2-1909-49E1F7EED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725B99EF-FBB9-93D0-05AC-34860612A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C969-B563-4FDC-89E4-1E16CFDF0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97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D6BA8FC-38E0-CF88-6BEB-DF50CC949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381A-9499-4836-A5D5-8AF925C1C4D6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057762F6-51C6-24DA-3F0F-EE9B9BE7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E28FE96-90DF-A5F1-DF81-360D99E99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C969-B563-4FDC-89E4-1E16CFDF0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86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CD8BCCC-8131-F200-3310-1769C98D0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4047C95-F968-BA23-2F95-DEC13CBA9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858ED88-8624-7807-6913-D6C978FAE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9F8DED9-6877-2197-2BD7-DB8441505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381A-9499-4836-A5D5-8AF925C1C4D6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2F932F3-3292-703C-12F8-4AE25269C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0D25E8D-D682-22A9-0261-86A50F03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C969-B563-4FDC-89E4-1E16CFDF0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585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0451F6C-9ED2-CA4C-DAAD-EB48DF51C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67D38B8B-047B-D460-C9ED-AE39904770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FAE5C48-8BCD-8651-A63F-2DEFE628A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7526825-40AC-E81A-C01D-C2FF04476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381A-9499-4836-A5D5-8AF925C1C4D6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0042F20-AFEB-3BFF-0363-216C4F0C1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520D9CB-9F61-8F4E-0BD0-E204FF85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C969-B563-4FDC-89E4-1E16CFDF0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87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F3EF6CD-28B2-9530-616C-F546041AB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FCE7377-86EF-510A-F1DC-A2ABA2DE02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9FDBC1C-372C-7884-6215-5E764DD9F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381A-9499-4836-A5D5-8AF925C1C4D6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BF56F0F-CEF0-CC1A-DB3F-921F9E508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BA21590-2BB9-85C0-F62C-9ECB9C68F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C969-B563-4FDC-89E4-1E16CFDF0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92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C0D17CE7-F5AC-B230-AB15-15D497C995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BD0EF6CF-2D01-60A6-7F4C-AB28DC07C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D85EF55-60EE-B2EF-D5BF-44E1C56E7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F381A-9499-4836-A5D5-8AF925C1C4D6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62EAB50-86DC-7C13-79BD-658EF027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943B7BF-4E3C-786F-1967-7C945875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DC969-B563-4FDC-89E4-1E16CFDF0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7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C7900993-8B00-B169-8A91-973A454E4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F7AFCC6-5248-D212-E95C-47B2B96DB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1437650-A62F-B56A-BA29-7CF6740244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0F381A-9499-4836-A5D5-8AF925C1C4D6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8BFEE50-1B35-9A12-63E8-CC5F1169DA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4EE4691-4E63-E03A-AFB3-4B9B300B2B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BDC969-B563-4FDC-89E4-1E16CFDF0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44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790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C1F3F771-C887-5535-D1D0-564AF82DA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rtl="0"/>
            <a:r>
              <a:rPr lang="en-US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 to Node.js</a:t>
            </a:r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A0388FEC-EB37-1AFD-2419-04497D73E924}"/>
              </a:ext>
            </a:extLst>
          </p:cNvPr>
          <p:cNvSpPr txBox="1">
            <a:spLocks/>
          </p:cNvSpPr>
          <p:nvPr/>
        </p:nvSpPr>
        <p:spPr>
          <a:xfrm>
            <a:off x="638882" y="4631161"/>
            <a:ext cx="3571810" cy="1559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rtl="0">
              <a:spcBef>
                <a:spcPts val="1000"/>
              </a:spcBef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Exploring the Power Behind JavaScript on the Server</a:t>
            </a:r>
          </a:p>
        </p:txBody>
      </p:sp>
      <p:sp>
        <p:nvSpPr>
          <p:cNvPr id="103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תמונה שמכילה צילום מסך, גרפיקה, עיצוב&#10;&#10;התיאור נוצר באופן אוטומטי">
            <a:extLst>
              <a:ext uri="{FF2B5EF4-FFF2-40B4-BE49-F238E27FC236}">
                <a16:creationId xmlns:a16="http://schemas.microsoft.com/office/drawing/2014/main" id="{73702D55-FDD0-0C18-D6BD-6929341A7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38779" y="2070030"/>
            <a:ext cx="4437453" cy="2717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031782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</Words>
  <Application>Microsoft Office PowerPoint</Application>
  <PresentationFormat>מסך רחב</PresentationFormat>
  <Paragraphs>2</Paragraphs>
  <Slides>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ערכת נושא Office</vt:lpstr>
      <vt:lpstr>מצגת של PowerPoint‏</vt:lpstr>
      <vt:lpstr>Introduction to Node.js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נתנאל סגל</dc:creator>
  <cp:lastModifiedBy>נתנאל סגל</cp:lastModifiedBy>
  <cp:revision>1</cp:revision>
  <dcterms:created xsi:type="dcterms:W3CDTF">2024-11-03T17:44:18Z</dcterms:created>
  <dcterms:modified xsi:type="dcterms:W3CDTF">2024-11-03T17:56:23Z</dcterms:modified>
</cp:coreProperties>
</file>