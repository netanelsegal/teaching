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tl="1" saveSubsetFonts="1">
  <p:sldMasterIdLst>
    <p:sldMasterId id="2147483648" r:id="rId1"/>
  </p:sldMasterIdLst>
  <p:sldIdLst>
    <p:sldId id="256" r:id="rId2"/>
    <p:sldId id="265" r:id="rId3"/>
    <p:sldId id="266" r:id="rId4"/>
    <p:sldId id="267" r:id="rId5"/>
    <p:sldId id="268" r:id="rId6"/>
    <p:sldId id="260" r:id="rId7"/>
    <p:sldId id="261" r:id="rId8"/>
    <p:sldId id="262" r:id="rId9"/>
    <p:sldId id="263" r:id="rId10"/>
    <p:sldId id="264" r:id="rId11"/>
  </p:sldIdLst>
  <p:sldSz cx="12192000" cy="6858000"/>
  <p:notesSz cx="6858000" cy="9144000"/>
  <p:defaultTextStyle>
    <a:defPPr>
      <a:defRPr lang="en-US"/>
    </a:defPPr>
    <a:lvl1pPr marL="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r" defTabSz="914400" rtl="1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407BFF"/>
    <a:srgbClr val="6594F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84380"/>
    <p:restoredTop sz="94660"/>
  </p:normalViewPr>
  <p:slideViewPr>
    <p:cSldViewPr snapToGrid="0">
      <p:cViewPr varScale="1">
        <p:scale>
          <a:sx n="79" d="100"/>
          <a:sy n="79" d="100"/>
        </p:scale>
        <p:origin x="821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שקופית כותרת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C337B9F-8509-A279-0B9C-E444866479C1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כותרת משנה 2">
            <a:extLst>
              <a:ext uri="{FF2B5EF4-FFF2-40B4-BE49-F238E27FC236}">
                <a16:creationId xmlns:a16="http://schemas.microsoft.com/office/drawing/2014/main" id="{6EEF568A-8C44-83B2-AB02-9EC48C70FC6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he-IL"/>
              <a:t>לחץ כדי לערוך סגנון כותרת משנה של תבנית בסיס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AA1D051D-AF83-E94E-937A-AB1C462E5CA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649929E-B5F8-E1A2-73DB-DE7E2CBB897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2947AC23-27F2-0721-DA57-AE9DCCD35E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978178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כותרת ותוכן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BD238C09-0FF9-4378-8B16-46BB312D9D6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F8760D59-DF8D-7DD7-43A9-8ACE0F3920C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24C0E4D6-DE21-CBCB-B26C-FE36FD2DFAB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3A5C876-4FB1-F1C1-EFF6-D87AA1A3423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63A96358-AE2A-CA23-E9ED-F9A29E3944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635491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כותרת מקטע עליונ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2698D40B-CF24-B8E3-7F28-81FCD3EEDB7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AB103462-8289-D8AE-2659-BAD01F2C82B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69B8F3CC-BB2A-2D11-9FBF-5572F4D830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D56C57F2-68D7-EF49-E152-243FC25A52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835153E5-E725-628E-F6AB-99D97FED86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6616645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שני תכנים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830DF6B-E6ED-6E6C-3EC0-7B11EDCDC49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749932C4-9759-B59F-C5B3-1A5CCD22B0DF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63272BBE-1381-8800-8D91-8119FEE9F6D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85863403-6137-227B-7049-77EACF2C384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57B71491-9A19-9389-3884-DB6D53FAC8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F68B910C-738A-6BAC-E956-AA29882597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4103823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השוואה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1F2C7998-D7BA-6974-8A98-59C18E5B020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CC0E6008-0910-07FF-3AAF-B6BE58C5CF2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4" name="מציין מיקום תוכן 3">
            <a:extLst>
              <a:ext uri="{FF2B5EF4-FFF2-40B4-BE49-F238E27FC236}">
                <a16:creationId xmlns:a16="http://schemas.microsoft.com/office/drawing/2014/main" id="{EB8685FD-FBF2-3F92-A92F-F104EDD06F2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5" name="מציין מיקום טקסט 4">
            <a:extLst>
              <a:ext uri="{FF2B5EF4-FFF2-40B4-BE49-F238E27FC236}">
                <a16:creationId xmlns:a16="http://schemas.microsoft.com/office/drawing/2014/main" id="{7F67039B-F0AF-534A-124A-5C606A653938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6" name="מציין מיקום תוכן 5">
            <a:extLst>
              <a:ext uri="{FF2B5EF4-FFF2-40B4-BE49-F238E27FC236}">
                <a16:creationId xmlns:a16="http://schemas.microsoft.com/office/drawing/2014/main" id="{59EE996C-4032-5F7C-D963-34BAFE1B810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7" name="מציין מיקום של תאריך 6">
            <a:extLst>
              <a:ext uri="{FF2B5EF4-FFF2-40B4-BE49-F238E27FC236}">
                <a16:creationId xmlns:a16="http://schemas.microsoft.com/office/drawing/2014/main" id="{0E61E78F-1E12-C967-7855-63BF8ACCD83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8" name="מציין מיקום של כותרת תחתונה 7">
            <a:extLst>
              <a:ext uri="{FF2B5EF4-FFF2-40B4-BE49-F238E27FC236}">
                <a16:creationId xmlns:a16="http://schemas.microsoft.com/office/drawing/2014/main" id="{57EE68A4-6751-B2FF-91C5-2C8B94F04F4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מציין מיקום של מספר שקופית 8">
            <a:extLst>
              <a:ext uri="{FF2B5EF4-FFF2-40B4-BE49-F238E27FC236}">
                <a16:creationId xmlns:a16="http://schemas.microsoft.com/office/drawing/2014/main" id="{0E6A1122-ADD2-B156-B6E4-7EBD30D3C6A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6722643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כותרת בלבד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74EFCF3C-560C-AE01-AF4C-B775A37590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אריך 2">
            <a:extLst>
              <a:ext uri="{FF2B5EF4-FFF2-40B4-BE49-F238E27FC236}">
                <a16:creationId xmlns:a16="http://schemas.microsoft.com/office/drawing/2014/main" id="{9D0F175A-8744-C940-2F52-862C162BAC9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4" name="מציין מיקום של כותרת תחתונה 3">
            <a:extLst>
              <a:ext uri="{FF2B5EF4-FFF2-40B4-BE49-F238E27FC236}">
                <a16:creationId xmlns:a16="http://schemas.microsoft.com/office/drawing/2014/main" id="{91D8D5F2-047E-1E22-109E-E4B7AE8DF88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מציין מיקום של מספר שקופית 4">
            <a:extLst>
              <a:ext uri="{FF2B5EF4-FFF2-40B4-BE49-F238E27FC236}">
                <a16:creationId xmlns:a16="http://schemas.microsoft.com/office/drawing/2014/main" id="{7DF4D7F9-7A64-1C51-7A92-ACA7BF21A6A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919880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ריק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תאריך 1">
            <a:extLst>
              <a:ext uri="{FF2B5EF4-FFF2-40B4-BE49-F238E27FC236}">
                <a16:creationId xmlns:a16="http://schemas.microsoft.com/office/drawing/2014/main" id="{7AABC460-8300-1E3A-522A-C0D526F4CF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3" name="מציין מיקום של כותרת תחתונה 2">
            <a:extLst>
              <a:ext uri="{FF2B5EF4-FFF2-40B4-BE49-F238E27FC236}">
                <a16:creationId xmlns:a16="http://schemas.microsoft.com/office/drawing/2014/main" id="{4C36C733-3995-2146-E234-A7D6215A4C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מציין מיקום של מספר שקופית 3">
            <a:extLst>
              <a:ext uri="{FF2B5EF4-FFF2-40B4-BE49-F238E27FC236}">
                <a16:creationId xmlns:a16="http://schemas.microsoft.com/office/drawing/2014/main" id="{9330EBF3-A521-E93B-6B62-1D485ACA69C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43283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תוכן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D5E2FA13-3190-32B4-49DD-3B90679BFF9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תוכן 2">
            <a:extLst>
              <a:ext uri="{FF2B5EF4-FFF2-40B4-BE49-F238E27FC236}">
                <a16:creationId xmlns:a16="http://schemas.microsoft.com/office/drawing/2014/main" id="{CD9792BB-85DC-2B45-C8EA-50BD8530338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8BC14857-C78E-A37B-DDE6-E089EFC9903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C0BC17C6-6529-F577-6516-2146E276AE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C7AD8479-AAE6-3F88-EF8F-44864C0EF26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AC8C4571-53AC-CD74-720A-D076999235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945231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תמונה עם כיתוב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39F20C25-FBE1-6A47-5534-25B6C3EC2C5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תמונה 2">
            <a:extLst>
              <a:ext uri="{FF2B5EF4-FFF2-40B4-BE49-F238E27FC236}">
                <a16:creationId xmlns:a16="http://schemas.microsoft.com/office/drawing/2014/main" id="{BAB5C693-977A-F556-9901-C90DCB5A572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מציין מיקום טקסט 3">
            <a:extLst>
              <a:ext uri="{FF2B5EF4-FFF2-40B4-BE49-F238E27FC236}">
                <a16:creationId xmlns:a16="http://schemas.microsoft.com/office/drawing/2014/main" id="{B5C02916-3B91-BF67-7F19-B238644EE72F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he-IL"/>
              <a:t>לחץ כדי לערוך סגנונות טקסט של תבנית בסיס</a:t>
            </a:r>
          </a:p>
        </p:txBody>
      </p:sp>
      <p:sp>
        <p:nvSpPr>
          <p:cNvPr id="5" name="מציין מיקום של תאריך 4">
            <a:extLst>
              <a:ext uri="{FF2B5EF4-FFF2-40B4-BE49-F238E27FC236}">
                <a16:creationId xmlns:a16="http://schemas.microsoft.com/office/drawing/2014/main" id="{28A6E7AB-0FFD-F324-2796-74D402B9AB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6" name="מציין מיקום של כותרת תחתונה 5">
            <a:extLst>
              <a:ext uri="{FF2B5EF4-FFF2-40B4-BE49-F238E27FC236}">
                <a16:creationId xmlns:a16="http://schemas.microsoft.com/office/drawing/2014/main" id="{A1968D32-92BC-AFB9-85E0-9F2D699983E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מציין מיקום של מספר שקופית 6">
            <a:extLst>
              <a:ext uri="{FF2B5EF4-FFF2-40B4-BE49-F238E27FC236}">
                <a16:creationId xmlns:a16="http://schemas.microsoft.com/office/drawing/2014/main" id="{B1B38ABF-5353-7F09-9416-1EC6A64F6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946717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כותרת וטקסט אנכ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1">
            <a:extLst>
              <a:ext uri="{FF2B5EF4-FFF2-40B4-BE49-F238E27FC236}">
                <a16:creationId xmlns:a16="http://schemas.microsoft.com/office/drawing/2014/main" id="{E1724D34-9C1E-6A26-77D8-D75F2856580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36A910EA-E0BA-0A46-261F-7538B640EB8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04CD0CE1-E3DB-4CFF-E808-AA25BA6146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2DB2A102-44B3-2DEA-BC90-26AD7F8CED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E2B755D2-7F6D-C87F-E2B1-83CDF1C1B62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2003321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כותרת אנכית וטקס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כותרת אנכית 1">
            <a:extLst>
              <a:ext uri="{FF2B5EF4-FFF2-40B4-BE49-F238E27FC236}">
                <a16:creationId xmlns:a16="http://schemas.microsoft.com/office/drawing/2014/main" id="{C1BB50F0-6B2E-607E-C9BA-385AD22AFEC5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של טקסט אנכי 2">
            <a:extLst>
              <a:ext uri="{FF2B5EF4-FFF2-40B4-BE49-F238E27FC236}">
                <a16:creationId xmlns:a16="http://schemas.microsoft.com/office/drawing/2014/main" id="{4A195A41-7E27-D907-196D-03283FA87466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C4FB900D-62D8-CD6D-4B66-B06F32AC08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65723729-7221-1850-F4EF-8887C3BFEC3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5A295C38-F951-B292-281F-3BDDEEF3D8C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400200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alphaModFix amt="99000"/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מציין מיקום של כותרת 1">
            <a:extLst>
              <a:ext uri="{FF2B5EF4-FFF2-40B4-BE49-F238E27FC236}">
                <a16:creationId xmlns:a16="http://schemas.microsoft.com/office/drawing/2014/main" id="{EF33DA56-077D-F562-669C-1B00283F2B3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1" anchor="ctr">
            <a:normAutofit/>
          </a:bodyPr>
          <a:lstStyle/>
          <a:p>
            <a:r>
              <a:rPr lang="he-IL"/>
              <a:t>לחץ כדי לערוך סגנון כותרת של תבנית בסיס</a:t>
            </a:r>
            <a:endParaRPr lang="en-US"/>
          </a:p>
        </p:txBody>
      </p:sp>
      <p:sp>
        <p:nvSpPr>
          <p:cNvPr id="3" name="מציין מיקום טקסט 2">
            <a:extLst>
              <a:ext uri="{FF2B5EF4-FFF2-40B4-BE49-F238E27FC236}">
                <a16:creationId xmlns:a16="http://schemas.microsoft.com/office/drawing/2014/main" id="{EDA45108-D4D0-4EA2-460D-7C8658C30C21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1">
            <a:normAutofit/>
          </a:bodyPr>
          <a:lstStyle/>
          <a:p>
            <a:pPr lvl="0"/>
            <a:r>
              <a:rPr lang="he-IL"/>
              <a:t>לחץ כדי לערוך סגנונות טקסט של תבנית בסיס</a:t>
            </a:r>
          </a:p>
          <a:p>
            <a:pPr lvl="1"/>
            <a:r>
              <a:rPr lang="he-IL"/>
              <a:t>רמה שנייה</a:t>
            </a:r>
          </a:p>
          <a:p>
            <a:pPr lvl="2"/>
            <a:r>
              <a:rPr lang="he-IL"/>
              <a:t>רמה שלישית</a:t>
            </a:r>
          </a:p>
          <a:p>
            <a:pPr lvl="3"/>
            <a:r>
              <a:rPr lang="he-IL"/>
              <a:t>רמה רביעית</a:t>
            </a:r>
          </a:p>
          <a:p>
            <a:pPr lvl="4"/>
            <a:r>
              <a:rPr lang="he-IL"/>
              <a:t>רמה חמישית</a:t>
            </a:r>
            <a:endParaRPr lang="en-US"/>
          </a:p>
        </p:txBody>
      </p:sp>
      <p:sp>
        <p:nvSpPr>
          <p:cNvPr id="4" name="מציין מיקום של תאריך 3">
            <a:extLst>
              <a:ext uri="{FF2B5EF4-FFF2-40B4-BE49-F238E27FC236}">
                <a16:creationId xmlns:a16="http://schemas.microsoft.com/office/drawing/2014/main" id="{3A1535CE-C420-10B3-7F6B-4479B81FA20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598623-582B-4193-AA37-7D55E83D9412}" type="datetimeFigureOut">
              <a:rPr lang="en-US" smtClean="0"/>
              <a:t>2/12/2025</a:t>
            </a:fld>
            <a:endParaRPr lang="en-US"/>
          </a:p>
        </p:txBody>
      </p:sp>
      <p:sp>
        <p:nvSpPr>
          <p:cNvPr id="5" name="מציין מיקום של כותרת תחתונה 4">
            <a:extLst>
              <a:ext uri="{FF2B5EF4-FFF2-40B4-BE49-F238E27FC236}">
                <a16:creationId xmlns:a16="http://schemas.microsoft.com/office/drawing/2014/main" id="{4E2D9E37-E564-72CA-A49B-6976CABF3AC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מציין מיקום של מספר שקופית 5">
            <a:extLst>
              <a:ext uri="{FF2B5EF4-FFF2-40B4-BE49-F238E27FC236}">
                <a16:creationId xmlns:a16="http://schemas.microsoft.com/office/drawing/2014/main" id="{4126543F-7BD5-BD06-1578-E8AED94C04B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1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1CFDB8B-4370-42B9-8558-4A9107F48FB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4253742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r" defTabSz="914400" rtl="1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r" defTabSz="914400" rtl="1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r" defTabSz="914400" rtl="1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r" defTabSz="914400" rtl="1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sv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svg"/><Relationship Id="rId7" Type="http://schemas.openxmlformats.org/officeDocument/2006/relationships/image" Target="../media/image9.sv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svg"/><Relationship Id="rId4" Type="http://schemas.openxmlformats.org/officeDocument/2006/relationships/image" Target="../media/image6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13" Type="http://schemas.openxmlformats.org/officeDocument/2006/relationships/image" Target="../media/image7.svg"/><Relationship Id="rId18" Type="http://schemas.openxmlformats.org/officeDocument/2006/relationships/image" Target="../media/image20.png"/><Relationship Id="rId3" Type="http://schemas.openxmlformats.org/officeDocument/2006/relationships/image" Target="../media/image11.svg"/><Relationship Id="rId21" Type="http://schemas.openxmlformats.org/officeDocument/2006/relationships/image" Target="../media/image23.svg"/><Relationship Id="rId7" Type="http://schemas.openxmlformats.org/officeDocument/2006/relationships/image" Target="../media/image15.svg"/><Relationship Id="rId12" Type="http://schemas.openxmlformats.org/officeDocument/2006/relationships/image" Target="../media/image6.png"/><Relationship Id="rId17" Type="http://schemas.openxmlformats.org/officeDocument/2006/relationships/image" Target="../media/image5.svg"/><Relationship Id="rId2" Type="http://schemas.openxmlformats.org/officeDocument/2006/relationships/image" Target="../media/image10.png"/><Relationship Id="rId16" Type="http://schemas.openxmlformats.org/officeDocument/2006/relationships/image" Target="../media/image4.png"/><Relationship Id="rId20" Type="http://schemas.openxmlformats.org/officeDocument/2006/relationships/image" Target="../media/image2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.png"/><Relationship Id="rId11" Type="http://schemas.openxmlformats.org/officeDocument/2006/relationships/image" Target="../media/image9.svg"/><Relationship Id="rId5" Type="http://schemas.openxmlformats.org/officeDocument/2006/relationships/image" Target="../media/image13.svg"/><Relationship Id="rId15" Type="http://schemas.openxmlformats.org/officeDocument/2006/relationships/image" Target="../media/image19.svg"/><Relationship Id="rId23" Type="http://schemas.openxmlformats.org/officeDocument/2006/relationships/image" Target="../media/image25.svg"/><Relationship Id="rId10" Type="http://schemas.openxmlformats.org/officeDocument/2006/relationships/image" Target="../media/image8.png"/><Relationship Id="rId19" Type="http://schemas.openxmlformats.org/officeDocument/2006/relationships/image" Target="../media/image21.svg"/><Relationship Id="rId4" Type="http://schemas.openxmlformats.org/officeDocument/2006/relationships/image" Target="../media/image12.png"/><Relationship Id="rId9" Type="http://schemas.openxmlformats.org/officeDocument/2006/relationships/image" Target="../media/image17.svg"/><Relationship Id="rId14" Type="http://schemas.openxmlformats.org/officeDocument/2006/relationships/image" Target="../media/image18.png"/><Relationship Id="rId22" Type="http://schemas.openxmlformats.org/officeDocument/2006/relationships/image" Target="../media/image24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2A4FC2C-047E-45A5-965D-8E1E3BF09BC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8" name="קבוצה 7">
            <a:extLst>
              <a:ext uri="{FF2B5EF4-FFF2-40B4-BE49-F238E27FC236}">
                <a16:creationId xmlns:a16="http://schemas.microsoft.com/office/drawing/2014/main" id="{DE37C402-FA12-5746-3970-2525489FE640}"/>
              </a:ext>
            </a:extLst>
          </p:cNvPr>
          <p:cNvGrpSpPr/>
          <p:nvPr/>
        </p:nvGrpSpPr>
        <p:grpSpPr>
          <a:xfrm>
            <a:off x="779381" y="1254106"/>
            <a:ext cx="10017601" cy="4349788"/>
            <a:chOff x="203587" y="1118505"/>
            <a:chExt cx="10017601" cy="4349788"/>
          </a:xfrm>
        </p:grpSpPr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F4795FE1-CD66-F837-0C98-7D77018692FA}"/>
                </a:ext>
              </a:extLst>
            </p:cNvPr>
            <p:cNvSpPr txBox="1"/>
            <p:nvPr/>
          </p:nvSpPr>
          <p:spPr>
            <a:xfrm>
              <a:off x="203587" y="2167116"/>
              <a:ext cx="50952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4800" spc="-150" dirty="0">
                  <a:ln w="0"/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How to Plan Your</a:t>
              </a:r>
              <a:endParaRPr lang="en-US" sz="4800" spc="-150" dirty="0">
                <a:ln w="0"/>
                <a:solidFill>
                  <a:srgbClr val="6594FE"/>
                </a:solidFill>
                <a:latin typeface="Assistant ExtraBold" panose="00000900000000000000" pitchFamily="2" charset="-79"/>
                <a:cs typeface="Assistant ExtraBold" panose="00000900000000000000" pitchFamily="2" charset="-79"/>
              </a:endParaRPr>
            </a:p>
          </p:txBody>
        </p:sp>
        <p:sp>
          <p:nvSpPr>
            <p:cNvPr id="7" name="תיבת טקסט 6">
              <a:extLst>
                <a:ext uri="{FF2B5EF4-FFF2-40B4-BE49-F238E27FC236}">
                  <a16:creationId xmlns:a16="http://schemas.microsoft.com/office/drawing/2014/main" id="{C0DB0AE1-0C0D-F5D5-584F-9BCF2D01B248}"/>
                </a:ext>
              </a:extLst>
            </p:cNvPr>
            <p:cNvSpPr txBox="1"/>
            <p:nvPr/>
          </p:nvSpPr>
          <p:spPr>
            <a:xfrm>
              <a:off x="230746" y="1868478"/>
              <a:ext cx="3737183" cy="46166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From Idea to Execution</a:t>
              </a:r>
              <a:endParaRPr kumimoji="0" lang="en-US" altLang="en-US" sz="2400" u="none" strike="noStrike" cap="none" normalizeH="0" baseline="0" dirty="0">
                <a:ln>
                  <a:noFill/>
                </a:ln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3" name="תיבת טקסט 12">
              <a:extLst>
                <a:ext uri="{FF2B5EF4-FFF2-40B4-BE49-F238E27FC236}">
                  <a16:creationId xmlns:a16="http://schemas.microsoft.com/office/drawing/2014/main" id="{F95A428E-072E-4123-F673-437EE2CBE537}"/>
                </a:ext>
              </a:extLst>
            </p:cNvPr>
            <p:cNvSpPr txBox="1"/>
            <p:nvPr/>
          </p:nvSpPr>
          <p:spPr>
            <a:xfrm>
              <a:off x="230745" y="3542447"/>
              <a:ext cx="5974505" cy="33855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1600" dirty="0"/>
                <a:t>"If You Fail to Plan, You Are Planning to Fail" - </a:t>
              </a:r>
              <a:r>
                <a:rPr lang="en-US" sz="1600" b="1" dirty="0"/>
                <a:t>Benjamin Franklin</a:t>
              </a:r>
              <a:endParaRPr kumimoji="0" lang="en-US" altLang="en-US" sz="16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pic>
          <p:nvPicPr>
            <p:cNvPr id="5" name="גרפיקה 4">
              <a:extLst>
                <a:ext uri="{FF2B5EF4-FFF2-40B4-BE49-F238E27FC236}">
                  <a16:creationId xmlns:a16="http://schemas.microsoft.com/office/drawing/2014/main" id="{1D7581B7-3B24-141A-0A0A-E5236361570C}"/>
                </a:ext>
              </a:extLst>
            </p:cNvPr>
            <p:cNvPicPr>
              <a:picLocks noChangeAspect="1"/>
            </p:cNvPicPr>
            <p:nvPr/>
          </p:nvPicPr>
          <p:blipFill>
            <a:blip r:embed="rId2">
              <a:extLst>
                <a:ext uri="{96DAC541-7B7A-43D3-8B79-37D633B846F1}">
                  <asvg:svgBlip xmlns:asvg="http://schemas.microsoft.com/office/drawing/2016/SVG/main" r:embed="rId3"/>
                </a:ext>
              </a:extLst>
            </a:blip>
            <a:stretch>
              <a:fillRect/>
            </a:stretch>
          </p:blipFill>
          <p:spPr>
            <a:xfrm>
              <a:off x="5914467" y="1118505"/>
              <a:ext cx="4306721" cy="4349788"/>
            </a:xfrm>
            <a:prstGeom prst="rect">
              <a:avLst/>
            </a:prstGeom>
          </p:spPr>
        </p:pic>
        <p:sp>
          <p:nvSpPr>
            <p:cNvPr id="4" name="תיבת טקסט 3">
              <a:extLst>
                <a:ext uri="{FF2B5EF4-FFF2-40B4-BE49-F238E27FC236}">
                  <a16:creationId xmlns:a16="http://schemas.microsoft.com/office/drawing/2014/main" id="{7F65ED08-FFD5-97F0-3F2A-1678AADB06D4}"/>
                </a:ext>
              </a:extLst>
            </p:cNvPr>
            <p:cNvSpPr txBox="1"/>
            <p:nvPr/>
          </p:nvSpPr>
          <p:spPr>
            <a:xfrm>
              <a:off x="203587" y="2789686"/>
              <a:ext cx="5095244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4800" spc="-150" dirty="0">
                  <a:ln w="0"/>
                  <a:solidFill>
                    <a:srgbClr val="407BFF"/>
                  </a:solidFill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Final Project</a:t>
              </a:r>
            </a:p>
          </p:txBody>
        </p:sp>
      </p:grpSp>
    </p:spTree>
    <p:extLst>
      <p:ext uri="{BB962C8B-B14F-4D97-AF65-F5344CB8AC3E}">
        <p14:creationId xmlns:p14="http://schemas.microsoft.com/office/powerpoint/2010/main" val="139963112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15D74E3-020A-3793-F5A1-E1CA098768A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F829D9AC-BDEB-7247-1B47-AB4F6B1E7B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9F83ED5A-5038-B430-C3CC-6BCFD363E060}"/>
              </a:ext>
            </a:extLst>
          </p:cNvPr>
          <p:cNvGrpSpPr/>
          <p:nvPr/>
        </p:nvGrpSpPr>
        <p:grpSpPr>
          <a:xfrm>
            <a:off x="1138327" y="905222"/>
            <a:ext cx="7362671" cy="2849104"/>
            <a:chOff x="779380" y="1825036"/>
            <a:chExt cx="7362671" cy="2849104"/>
          </a:xfrm>
        </p:grpSpPr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DEA79534-CC7F-FFBE-A56A-8C60557D31F3}"/>
                </a:ext>
              </a:extLst>
            </p:cNvPr>
            <p:cNvSpPr txBox="1"/>
            <p:nvPr/>
          </p:nvSpPr>
          <p:spPr>
            <a:xfrm>
              <a:off x="779380" y="1825036"/>
              <a:ext cx="6088347" cy="83099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4800" spc="-150" dirty="0">
                  <a:ln w="0"/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Why Planning Matters</a:t>
              </a:r>
            </a:p>
          </p:txBody>
        </p:sp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111BA208-03DC-B7D9-3DC1-EBEE2BE6971D}"/>
                </a:ext>
              </a:extLst>
            </p:cNvPr>
            <p:cNvSpPr txBox="1"/>
            <p:nvPr/>
          </p:nvSpPr>
          <p:spPr>
            <a:xfrm>
              <a:off x="806540" y="2735148"/>
              <a:ext cx="7335511" cy="193899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✅ Saves time and prevents unnecessary rewrites.</a:t>
              </a:r>
              <a:br>
                <a:rPr lang="en-US" sz="2400" dirty="0"/>
              </a:br>
              <a:r>
                <a:rPr lang="en-US" sz="2400" dirty="0"/>
                <a:t>✅ Helps define a clear goal before coding.</a:t>
              </a:r>
              <a:br>
                <a:rPr lang="en-US" sz="2400" dirty="0"/>
              </a:br>
              <a:r>
                <a:rPr lang="en-US" sz="2400" dirty="0"/>
                <a:t>✅ Ensures a structured and scalable project.</a:t>
              </a:r>
              <a:br>
                <a:rPr lang="en-US" sz="2400" dirty="0"/>
              </a:br>
              <a:r>
                <a:rPr lang="en-US" sz="2400" dirty="0"/>
                <a:t>✅ Makes collaboration easier.</a:t>
              </a:r>
            </a:p>
            <a:p>
              <a:pPr marL="0" marR="0" lvl="0" indent="0" algn="l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💡 Think before you code!</a:t>
              </a:r>
            </a:p>
          </p:txBody>
        </p:sp>
      </p:grpSp>
      <p:pic>
        <p:nvPicPr>
          <p:cNvPr id="9" name="גרפיקה 8">
            <a:extLst>
              <a:ext uri="{FF2B5EF4-FFF2-40B4-BE49-F238E27FC236}">
                <a16:creationId xmlns:a16="http://schemas.microsoft.com/office/drawing/2014/main" id="{02F79C71-A5A6-A68B-EEC2-C60F990FB31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7750" y="4685242"/>
            <a:ext cx="1077266" cy="1448737"/>
          </a:xfrm>
          <a:prstGeom prst="rect">
            <a:avLst/>
          </a:prstGeom>
        </p:spPr>
      </p:pic>
      <p:pic>
        <p:nvPicPr>
          <p:cNvPr id="12" name="גרפיקה 11">
            <a:extLst>
              <a:ext uri="{FF2B5EF4-FFF2-40B4-BE49-F238E27FC236}">
                <a16:creationId xmlns:a16="http://schemas.microsoft.com/office/drawing/2014/main" id="{409D26B2-F92A-670E-A92C-D0EF84B1918B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9205016" y="2555793"/>
            <a:ext cx="1666366" cy="1479618"/>
          </a:xfrm>
          <a:prstGeom prst="rect">
            <a:avLst/>
          </a:prstGeom>
        </p:spPr>
      </p:pic>
      <p:pic>
        <p:nvPicPr>
          <p:cNvPr id="15" name="גרפיקה 14">
            <a:extLst>
              <a:ext uri="{FF2B5EF4-FFF2-40B4-BE49-F238E27FC236}">
                <a16:creationId xmlns:a16="http://schemas.microsoft.com/office/drawing/2014/main" id="{66B761F0-A9A9-6316-E643-44A9B92A3EF6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5817486" y="4035411"/>
            <a:ext cx="1534323" cy="649831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503288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53F26F-8F28-5FB9-5CFC-A529DCDFAE9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4610C512-1A81-1905-27B1-61DB805E66D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6B3D28A5-69D1-5220-C1E5-8AB2BAEAF216}"/>
              </a:ext>
            </a:extLst>
          </p:cNvPr>
          <p:cNvSpPr txBox="1"/>
          <p:nvPr/>
        </p:nvSpPr>
        <p:spPr>
          <a:xfrm>
            <a:off x="3051826" y="545271"/>
            <a:ext cx="608834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 rtl="0"/>
            <a:r>
              <a:rPr lang="en-US" sz="4800" spc="-150" dirty="0">
                <a:ln w="0"/>
                <a:latin typeface="Assistant ExtraBold" panose="00000900000000000000" pitchFamily="2" charset="-79"/>
                <a:cs typeface="Assistant ExtraBold" panose="00000900000000000000" pitchFamily="2" charset="-79"/>
              </a:rPr>
              <a:t>The Planning Process</a:t>
            </a:r>
          </a:p>
        </p:txBody>
      </p:sp>
      <p:grpSp>
        <p:nvGrpSpPr>
          <p:cNvPr id="16" name="קבוצה 15">
            <a:extLst>
              <a:ext uri="{FF2B5EF4-FFF2-40B4-BE49-F238E27FC236}">
                <a16:creationId xmlns:a16="http://schemas.microsoft.com/office/drawing/2014/main" id="{7660EE21-B54C-AC15-9E83-17CC2DF4B2F3}"/>
              </a:ext>
            </a:extLst>
          </p:cNvPr>
          <p:cNvGrpSpPr/>
          <p:nvPr/>
        </p:nvGrpSpPr>
        <p:grpSpPr>
          <a:xfrm>
            <a:off x="5055396" y="1551858"/>
            <a:ext cx="2432572" cy="2302558"/>
            <a:chOff x="8293520" y="2272378"/>
            <a:chExt cx="2432572" cy="1829177"/>
          </a:xfrm>
        </p:grpSpPr>
        <p:sp>
          <p:nvSpPr>
            <p:cNvPr id="13" name="מלבן: פינות מעוגלות 12">
              <a:extLst>
                <a:ext uri="{FF2B5EF4-FFF2-40B4-BE49-F238E27FC236}">
                  <a16:creationId xmlns:a16="http://schemas.microsoft.com/office/drawing/2014/main" id="{2CB99301-437C-614D-2020-49CD29B2EE73}"/>
                </a:ext>
              </a:extLst>
            </p:cNvPr>
            <p:cNvSpPr/>
            <p:nvPr/>
          </p:nvSpPr>
          <p:spPr>
            <a:xfrm>
              <a:off x="8293520" y="2808937"/>
              <a:ext cx="2432572" cy="1292618"/>
            </a:xfrm>
            <a:prstGeom prst="roundRect">
              <a:avLst>
                <a:gd name="adj" fmla="val 18568"/>
              </a:avLst>
            </a:prstGeom>
            <a:solidFill>
              <a:srgbClr val="407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Break It Down into Features</a:t>
              </a: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14" name="תיבת טקסט 13">
              <a:extLst>
                <a:ext uri="{FF2B5EF4-FFF2-40B4-BE49-F238E27FC236}">
                  <a16:creationId xmlns:a16="http://schemas.microsoft.com/office/drawing/2014/main" id="{DA561889-5392-682F-6E1C-F27FD1DEA3DF}"/>
                </a:ext>
              </a:extLst>
            </p:cNvPr>
            <p:cNvSpPr txBox="1"/>
            <p:nvPr/>
          </p:nvSpPr>
          <p:spPr>
            <a:xfrm>
              <a:off x="8981393" y="2272378"/>
              <a:ext cx="1056828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 rtl="0"/>
              <a:r>
                <a:rPr lang="en-US" sz="2400" b="1" dirty="0"/>
                <a:t>Step 2</a:t>
              </a:r>
              <a:endParaRPr lang="he-IL" sz="2400" b="1" dirty="0"/>
            </a:p>
          </p:txBody>
        </p:sp>
      </p:grpSp>
      <p:grpSp>
        <p:nvGrpSpPr>
          <p:cNvPr id="20" name="קבוצה 19">
            <a:extLst>
              <a:ext uri="{FF2B5EF4-FFF2-40B4-BE49-F238E27FC236}">
                <a16:creationId xmlns:a16="http://schemas.microsoft.com/office/drawing/2014/main" id="{89D01F3D-7130-ED49-98CE-A730D95C1713}"/>
              </a:ext>
            </a:extLst>
          </p:cNvPr>
          <p:cNvGrpSpPr/>
          <p:nvPr/>
        </p:nvGrpSpPr>
        <p:grpSpPr>
          <a:xfrm>
            <a:off x="1835540" y="1551858"/>
            <a:ext cx="2432572" cy="2302558"/>
            <a:chOff x="8293520" y="2272378"/>
            <a:chExt cx="2432572" cy="1829177"/>
          </a:xfrm>
        </p:grpSpPr>
        <p:sp>
          <p:nvSpPr>
            <p:cNvPr id="21" name="מלבן: פינות מעוגלות 20">
              <a:extLst>
                <a:ext uri="{FF2B5EF4-FFF2-40B4-BE49-F238E27FC236}">
                  <a16:creationId xmlns:a16="http://schemas.microsoft.com/office/drawing/2014/main" id="{6E5D2EBA-04EC-4B11-4E45-6897107AB031}"/>
                </a:ext>
              </a:extLst>
            </p:cNvPr>
            <p:cNvSpPr/>
            <p:nvPr/>
          </p:nvSpPr>
          <p:spPr>
            <a:xfrm>
              <a:off x="8293520" y="2808937"/>
              <a:ext cx="2432572" cy="1292618"/>
            </a:xfrm>
            <a:prstGeom prst="roundRect">
              <a:avLst>
                <a:gd name="adj" fmla="val 18568"/>
              </a:avLst>
            </a:prstGeom>
            <a:solidFill>
              <a:srgbClr val="407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algn="ctr" rtl="0"/>
              <a:r>
                <a:rPr lang="en-US" sz="2400" dirty="0"/>
                <a:t>Define the Project Idea</a:t>
              </a:r>
              <a:endParaRPr lang="he-IL" sz="2400" dirty="0"/>
            </a:p>
          </p:txBody>
        </p:sp>
        <p:sp>
          <p:nvSpPr>
            <p:cNvPr id="22" name="תיבת טקסט 21">
              <a:extLst>
                <a:ext uri="{FF2B5EF4-FFF2-40B4-BE49-F238E27FC236}">
                  <a16:creationId xmlns:a16="http://schemas.microsoft.com/office/drawing/2014/main" id="{A6D11CC0-D23D-DE31-63D9-9D73F755FA1D}"/>
                </a:ext>
              </a:extLst>
            </p:cNvPr>
            <p:cNvSpPr txBox="1"/>
            <p:nvPr/>
          </p:nvSpPr>
          <p:spPr>
            <a:xfrm>
              <a:off x="8981392" y="2272378"/>
              <a:ext cx="1056829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 rtl="0"/>
              <a:r>
                <a:rPr lang="en-US" sz="2400" b="1" dirty="0"/>
                <a:t>Step 1</a:t>
              </a:r>
              <a:endParaRPr lang="he-IL" sz="2400" b="1" dirty="0"/>
            </a:p>
          </p:txBody>
        </p:sp>
      </p:grpSp>
      <p:grpSp>
        <p:nvGrpSpPr>
          <p:cNvPr id="23" name="קבוצה 22">
            <a:extLst>
              <a:ext uri="{FF2B5EF4-FFF2-40B4-BE49-F238E27FC236}">
                <a16:creationId xmlns:a16="http://schemas.microsoft.com/office/drawing/2014/main" id="{16E7452B-6CDA-12B4-7D5A-CFB1AC140CF8}"/>
              </a:ext>
            </a:extLst>
          </p:cNvPr>
          <p:cNvGrpSpPr/>
          <p:nvPr/>
        </p:nvGrpSpPr>
        <p:grpSpPr>
          <a:xfrm>
            <a:off x="8314162" y="1551858"/>
            <a:ext cx="2432572" cy="2302558"/>
            <a:chOff x="8293520" y="2272378"/>
            <a:chExt cx="2432572" cy="1829177"/>
          </a:xfrm>
        </p:grpSpPr>
        <p:sp>
          <p:nvSpPr>
            <p:cNvPr id="24" name="מלבן: פינות מעוגלות 23">
              <a:extLst>
                <a:ext uri="{FF2B5EF4-FFF2-40B4-BE49-F238E27FC236}">
                  <a16:creationId xmlns:a16="http://schemas.microsoft.com/office/drawing/2014/main" id="{4F08A500-A012-5B77-9CA7-FA4C14151276}"/>
                </a:ext>
              </a:extLst>
            </p:cNvPr>
            <p:cNvSpPr/>
            <p:nvPr/>
          </p:nvSpPr>
          <p:spPr>
            <a:xfrm>
              <a:off x="8293520" y="2808937"/>
              <a:ext cx="2432572" cy="1292618"/>
            </a:xfrm>
            <a:prstGeom prst="roundRect">
              <a:avLst>
                <a:gd name="adj" fmla="val 18568"/>
              </a:avLst>
            </a:prstGeom>
            <a:solidFill>
              <a:srgbClr val="407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Wireframe &amp; Database Schema</a:t>
              </a: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5" name="תיבת טקסט 24">
              <a:extLst>
                <a:ext uri="{FF2B5EF4-FFF2-40B4-BE49-F238E27FC236}">
                  <a16:creationId xmlns:a16="http://schemas.microsoft.com/office/drawing/2014/main" id="{F4B112EA-39D3-1DCE-03C3-91D42A2AD84B}"/>
                </a:ext>
              </a:extLst>
            </p:cNvPr>
            <p:cNvSpPr txBox="1"/>
            <p:nvPr/>
          </p:nvSpPr>
          <p:spPr>
            <a:xfrm>
              <a:off x="8981393" y="2272378"/>
              <a:ext cx="1056828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 rtl="0"/>
              <a:r>
                <a:rPr lang="en-US" sz="2400" b="1" dirty="0"/>
                <a:t>Step 3</a:t>
              </a:r>
              <a:endParaRPr lang="he-IL" sz="2400" b="1" dirty="0"/>
            </a:p>
          </p:txBody>
        </p:sp>
      </p:grpSp>
      <p:grpSp>
        <p:nvGrpSpPr>
          <p:cNvPr id="26" name="קבוצה 25">
            <a:extLst>
              <a:ext uri="{FF2B5EF4-FFF2-40B4-BE49-F238E27FC236}">
                <a16:creationId xmlns:a16="http://schemas.microsoft.com/office/drawing/2014/main" id="{391FDD95-5C69-3B95-7F5E-74F26FDC1B7A}"/>
              </a:ext>
            </a:extLst>
          </p:cNvPr>
          <p:cNvGrpSpPr/>
          <p:nvPr/>
        </p:nvGrpSpPr>
        <p:grpSpPr>
          <a:xfrm>
            <a:off x="3310697" y="3978303"/>
            <a:ext cx="2432572" cy="2302558"/>
            <a:chOff x="8293520" y="2272378"/>
            <a:chExt cx="2432572" cy="1829177"/>
          </a:xfrm>
        </p:grpSpPr>
        <p:sp>
          <p:nvSpPr>
            <p:cNvPr id="27" name="מלבן: פינות מעוגלות 26">
              <a:extLst>
                <a:ext uri="{FF2B5EF4-FFF2-40B4-BE49-F238E27FC236}">
                  <a16:creationId xmlns:a16="http://schemas.microsoft.com/office/drawing/2014/main" id="{34AC9F5D-1006-B5A6-81BA-46222B972AB7}"/>
                </a:ext>
              </a:extLst>
            </p:cNvPr>
            <p:cNvSpPr/>
            <p:nvPr/>
          </p:nvSpPr>
          <p:spPr>
            <a:xfrm>
              <a:off x="8293520" y="2808937"/>
              <a:ext cx="2432572" cy="1292618"/>
            </a:xfrm>
            <a:prstGeom prst="roundRect">
              <a:avLst>
                <a:gd name="adj" fmla="val 18568"/>
              </a:avLst>
            </a:prstGeom>
            <a:solidFill>
              <a:srgbClr val="407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Create a To-Do List</a:t>
              </a: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28" name="תיבת טקסט 27">
              <a:extLst>
                <a:ext uri="{FF2B5EF4-FFF2-40B4-BE49-F238E27FC236}">
                  <a16:creationId xmlns:a16="http://schemas.microsoft.com/office/drawing/2014/main" id="{27609B79-1E3E-617B-EF76-A88F1F01FD81}"/>
                </a:ext>
              </a:extLst>
            </p:cNvPr>
            <p:cNvSpPr txBox="1"/>
            <p:nvPr/>
          </p:nvSpPr>
          <p:spPr>
            <a:xfrm>
              <a:off x="8981393" y="2272378"/>
              <a:ext cx="1056828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 rtl="0"/>
              <a:r>
                <a:rPr lang="en-US" sz="2400" b="1" dirty="0"/>
                <a:t>Step 4</a:t>
              </a:r>
              <a:endParaRPr lang="he-IL" sz="2400" b="1" dirty="0"/>
            </a:p>
          </p:txBody>
        </p:sp>
      </p:grpSp>
      <p:grpSp>
        <p:nvGrpSpPr>
          <p:cNvPr id="29" name="קבוצה 28">
            <a:extLst>
              <a:ext uri="{FF2B5EF4-FFF2-40B4-BE49-F238E27FC236}">
                <a16:creationId xmlns:a16="http://schemas.microsoft.com/office/drawing/2014/main" id="{D30EA7A0-9B18-F898-9C8B-586756C2004E}"/>
              </a:ext>
            </a:extLst>
          </p:cNvPr>
          <p:cNvGrpSpPr/>
          <p:nvPr/>
        </p:nvGrpSpPr>
        <p:grpSpPr>
          <a:xfrm>
            <a:off x="6800097" y="3978303"/>
            <a:ext cx="2432572" cy="2302558"/>
            <a:chOff x="8293520" y="2272378"/>
            <a:chExt cx="2432572" cy="1829177"/>
          </a:xfrm>
        </p:grpSpPr>
        <p:sp>
          <p:nvSpPr>
            <p:cNvPr id="30" name="מלבן: פינות מעוגלות 29">
              <a:extLst>
                <a:ext uri="{FF2B5EF4-FFF2-40B4-BE49-F238E27FC236}">
                  <a16:creationId xmlns:a16="http://schemas.microsoft.com/office/drawing/2014/main" id="{6E31C222-2C3B-64A7-6330-06790D0D8E89}"/>
                </a:ext>
              </a:extLst>
            </p:cNvPr>
            <p:cNvSpPr/>
            <p:nvPr/>
          </p:nvSpPr>
          <p:spPr>
            <a:xfrm>
              <a:off x="8293520" y="2808937"/>
              <a:ext cx="2432572" cy="1292618"/>
            </a:xfrm>
            <a:prstGeom prst="roundRect">
              <a:avLst>
                <a:gd name="adj" fmla="val 18568"/>
              </a:avLst>
            </a:prstGeom>
            <a:solidFill>
              <a:srgbClr val="407BFF"/>
            </a:solidFill>
            <a:ln>
              <a:noFill/>
            </a:ln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1" anchor="ctr"/>
            <a:lstStyle/>
            <a:p>
              <a:pPr marL="0" marR="0" lvl="0" indent="0" algn="ctr" defTabSz="914400" rtl="0" eaLnBrk="0" fontAlgn="base" latinLnBrk="0" hangingPunct="0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tabLst/>
              </a:pPr>
              <a:r>
                <a:rPr lang="en-US" sz="2400" dirty="0"/>
                <a:t>Set Up the Project &amp; Start Coding</a:t>
              </a:r>
              <a:endPara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endParaRPr>
            </a:p>
          </p:txBody>
        </p:sp>
        <p:sp>
          <p:nvSpPr>
            <p:cNvPr id="31" name="תיבת טקסט 30">
              <a:extLst>
                <a:ext uri="{FF2B5EF4-FFF2-40B4-BE49-F238E27FC236}">
                  <a16:creationId xmlns:a16="http://schemas.microsoft.com/office/drawing/2014/main" id="{30D87883-9BBB-9D64-D7AD-3E0B5D262C10}"/>
                </a:ext>
              </a:extLst>
            </p:cNvPr>
            <p:cNvSpPr txBox="1"/>
            <p:nvPr/>
          </p:nvSpPr>
          <p:spPr>
            <a:xfrm>
              <a:off x="8981393" y="2272378"/>
              <a:ext cx="1056828" cy="461665"/>
            </a:xfrm>
            <a:prstGeom prst="rect">
              <a:avLst/>
            </a:prstGeom>
            <a:noFill/>
          </p:spPr>
          <p:txBody>
            <a:bodyPr wrap="none" rtlCol="1">
              <a:spAutoFit/>
            </a:bodyPr>
            <a:lstStyle/>
            <a:p>
              <a:pPr algn="ctr" rtl="0"/>
              <a:r>
                <a:rPr lang="en-US" sz="2400" b="1" dirty="0"/>
                <a:t>Step 5</a:t>
              </a:r>
              <a:endParaRPr lang="he-IL" sz="2400" b="1" dirty="0"/>
            </a:p>
          </p:txBody>
        </p:sp>
      </p:grpSp>
      <p:sp>
        <p:nvSpPr>
          <p:cNvPr id="32" name="חץ: ימינה 31">
            <a:extLst>
              <a:ext uri="{FF2B5EF4-FFF2-40B4-BE49-F238E27FC236}">
                <a16:creationId xmlns:a16="http://schemas.microsoft.com/office/drawing/2014/main" id="{9EDD1164-95DF-1CC8-D791-72084B56F495}"/>
              </a:ext>
            </a:extLst>
          </p:cNvPr>
          <p:cNvSpPr/>
          <p:nvPr/>
        </p:nvSpPr>
        <p:spPr>
          <a:xfrm>
            <a:off x="4399108" y="2933301"/>
            <a:ext cx="486383" cy="215090"/>
          </a:xfrm>
          <a:prstGeom prst="rightArrow">
            <a:avLst>
              <a:gd name="adj1" fmla="val 18115"/>
              <a:gd name="adj2" fmla="val 74799"/>
            </a:avLst>
          </a:prstGeom>
          <a:noFill/>
          <a:ln>
            <a:solidFill>
              <a:srgbClr val="40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  <p:sp>
        <p:nvSpPr>
          <p:cNvPr id="33" name="חץ: ימינה 32">
            <a:extLst>
              <a:ext uri="{FF2B5EF4-FFF2-40B4-BE49-F238E27FC236}">
                <a16:creationId xmlns:a16="http://schemas.microsoft.com/office/drawing/2014/main" id="{E43ADA05-7218-00EA-CF76-8621AB8BF13F}"/>
              </a:ext>
            </a:extLst>
          </p:cNvPr>
          <p:cNvSpPr/>
          <p:nvPr/>
        </p:nvSpPr>
        <p:spPr>
          <a:xfrm>
            <a:off x="7642180" y="2933301"/>
            <a:ext cx="486383" cy="215090"/>
          </a:xfrm>
          <a:prstGeom prst="rightArrow">
            <a:avLst>
              <a:gd name="adj1" fmla="val 18115"/>
              <a:gd name="adj2" fmla="val 74799"/>
            </a:avLst>
          </a:prstGeom>
          <a:noFill/>
          <a:ln>
            <a:solidFill>
              <a:srgbClr val="40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 dirty="0"/>
          </a:p>
        </p:txBody>
      </p:sp>
      <p:sp>
        <p:nvSpPr>
          <p:cNvPr id="34" name="חץ: ימינה 33">
            <a:extLst>
              <a:ext uri="{FF2B5EF4-FFF2-40B4-BE49-F238E27FC236}">
                <a16:creationId xmlns:a16="http://schemas.microsoft.com/office/drawing/2014/main" id="{C4011780-5FDC-2680-D18B-B6F33185B14D}"/>
              </a:ext>
            </a:extLst>
          </p:cNvPr>
          <p:cNvSpPr/>
          <p:nvPr/>
        </p:nvSpPr>
        <p:spPr>
          <a:xfrm>
            <a:off x="6028491" y="5359746"/>
            <a:ext cx="486383" cy="215090"/>
          </a:xfrm>
          <a:prstGeom prst="rightArrow">
            <a:avLst>
              <a:gd name="adj1" fmla="val 18115"/>
              <a:gd name="adj2" fmla="val 74799"/>
            </a:avLst>
          </a:prstGeom>
          <a:noFill/>
          <a:ln>
            <a:solidFill>
              <a:srgbClr val="407BFF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1" anchor="ctr"/>
          <a:lstStyle/>
          <a:p>
            <a:pPr algn="ctr"/>
            <a:endParaRPr lang="he-IL"/>
          </a:p>
        </p:txBody>
      </p:sp>
    </p:spTree>
    <p:extLst>
      <p:ext uri="{BB962C8B-B14F-4D97-AF65-F5344CB8AC3E}">
        <p14:creationId xmlns:p14="http://schemas.microsoft.com/office/powerpoint/2010/main" val="190883220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95D2A01-4CA5-EEBB-BF88-091F3A96D95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EBFB55A-8D81-44B9-B437-1766029E81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0B652F14-B360-C9BA-DC7C-2C2432B151A4}"/>
              </a:ext>
            </a:extLst>
          </p:cNvPr>
          <p:cNvGrpSpPr/>
          <p:nvPr/>
        </p:nvGrpSpPr>
        <p:grpSpPr>
          <a:xfrm>
            <a:off x="1138327" y="905222"/>
            <a:ext cx="7362671" cy="4328227"/>
            <a:chOff x="779380" y="1825036"/>
            <a:chExt cx="7362671" cy="4328227"/>
          </a:xfrm>
        </p:grpSpPr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E7CFE3C4-134C-0092-1996-494A1F1CEBD8}"/>
                </a:ext>
              </a:extLst>
            </p:cNvPr>
            <p:cNvSpPr txBox="1"/>
            <p:nvPr/>
          </p:nvSpPr>
          <p:spPr>
            <a:xfrm>
              <a:off x="779380" y="1825036"/>
              <a:ext cx="60883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4800" spc="-150" dirty="0">
                  <a:ln w="0"/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Introducing the User Problem</a:t>
              </a:r>
            </a:p>
          </p:txBody>
        </p:sp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0025417B-480B-3BD7-6412-03BFB80903D1}"/>
                </a:ext>
              </a:extLst>
            </p:cNvPr>
            <p:cNvSpPr txBox="1"/>
            <p:nvPr/>
          </p:nvSpPr>
          <p:spPr>
            <a:xfrm>
              <a:off x="806540" y="3475607"/>
              <a:ext cx="7335511" cy="267765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2400" dirty="0"/>
                <a:t>💡 </a:t>
              </a:r>
              <a:r>
                <a:rPr lang="en-US" sz="2400" b="1" dirty="0"/>
                <a:t>Scenario:</a:t>
              </a:r>
              <a:r>
                <a:rPr lang="en-US" sz="2400" dirty="0"/>
                <a:t> A </a:t>
              </a:r>
              <a:r>
                <a:rPr lang="en-US" sz="2400" b="1" dirty="0"/>
                <a:t>local gym</a:t>
              </a:r>
              <a:r>
                <a:rPr lang="en-US" sz="2400" dirty="0"/>
                <a:t> wants a web app where members can: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Register &amp; log in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Track their workouts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View progress over time</a:t>
              </a:r>
            </a:p>
            <a:p>
              <a:pPr algn="l" rtl="0"/>
              <a:endParaRPr lang="en-US" sz="2400" dirty="0"/>
            </a:p>
            <a:p>
              <a:pPr algn="l" rtl="0"/>
              <a:r>
                <a:rPr lang="en-US" sz="2400" dirty="0"/>
                <a:t>🤔 </a:t>
              </a:r>
              <a:r>
                <a:rPr lang="en-US" sz="2400" i="1" dirty="0"/>
                <a:t>How would you plan this project?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41075391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4299DC1-1EC6-2F64-3508-32ECCE360E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5B062686-D526-4CFE-2588-0AB658B28B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grpSp>
        <p:nvGrpSpPr>
          <p:cNvPr id="11" name="קבוצה 10">
            <a:extLst>
              <a:ext uri="{FF2B5EF4-FFF2-40B4-BE49-F238E27FC236}">
                <a16:creationId xmlns:a16="http://schemas.microsoft.com/office/drawing/2014/main" id="{43A30332-A120-CA5B-72E7-0CE5FDB49514}"/>
              </a:ext>
            </a:extLst>
          </p:cNvPr>
          <p:cNvGrpSpPr/>
          <p:nvPr/>
        </p:nvGrpSpPr>
        <p:grpSpPr>
          <a:xfrm>
            <a:off x="1138327" y="905222"/>
            <a:ext cx="10194396" cy="4574448"/>
            <a:chOff x="779380" y="1825036"/>
            <a:chExt cx="7362671" cy="4574448"/>
          </a:xfrm>
        </p:grpSpPr>
        <p:sp>
          <p:nvSpPr>
            <p:cNvPr id="6" name="תיבת טקסט 5">
              <a:extLst>
                <a:ext uri="{FF2B5EF4-FFF2-40B4-BE49-F238E27FC236}">
                  <a16:creationId xmlns:a16="http://schemas.microsoft.com/office/drawing/2014/main" id="{5494EF81-124B-74E0-6AFD-C211B8218062}"/>
                </a:ext>
              </a:extLst>
            </p:cNvPr>
            <p:cNvSpPr txBox="1"/>
            <p:nvPr/>
          </p:nvSpPr>
          <p:spPr>
            <a:xfrm>
              <a:off x="779380" y="1825036"/>
              <a:ext cx="6088347" cy="156966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4800" spc="-150" dirty="0">
                  <a:ln w="0"/>
                  <a:latin typeface="Assistant ExtraBold" panose="00000900000000000000" pitchFamily="2" charset="-79"/>
                  <a:cs typeface="Assistant ExtraBold" panose="00000900000000000000" pitchFamily="2" charset="-79"/>
                </a:rPr>
                <a:t>Step 1 - Define the Project Idea</a:t>
              </a:r>
            </a:p>
          </p:txBody>
        </p:sp>
        <p:sp>
          <p:nvSpPr>
            <p:cNvPr id="3" name="תיבת טקסט 2">
              <a:extLst>
                <a:ext uri="{FF2B5EF4-FFF2-40B4-BE49-F238E27FC236}">
                  <a16:creationId xmlns:a16="http://schemas.microsoft.com/office/drawing/2014/main" id="{2711E821-911B-9123-168E-28B97B1F381E}"/>
                </a:ext>
              </a:extLst>
            </p:cNvPr>
            <p:cNvSpPr txBox="1"/>
            <p:nvPr/>
          </p:nvSpPr>
          <p:spPr>
            <a:xfrm>
              <a:off x="806540" y="3475607"/>
              <a:ext cx="7335511" cy="292387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l" rtl="0"/>
              <a:r>
                <a:rPr lang="en-US" sz="2400" dirty="0"/>
                <a:t>📌 Ask yourself: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What </a:t>
              </a:r>
              <a:r>
                <a:rPr lang="en-US" sz="2400" b="1" dirty="0"/>
                <a:t>problem</a:t>
              </a:r>
              <a:r>
                <a:rPr lang="en-US" sz="2400" dirty="0"/>
                <a:t> does the project solve?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Who is the </a:t>
              </a:r>
              <a:r>
                <a:rPr lang="en-US" sz="2400" b="1" dirty="0"/>
                <a:t>target audience</a:t>
              </a:r>
              <a:r>
                <a:rPr lang="en-US" sz="2400" dirty="0"/>
                <a:t>?</a:t>
              </a:r>
            </a:p>
            <a:p>
              <a:pPr lvl="1" algn="l" rtl="0">
                <a:buFont typeface="Arial" panose="020B0604020202020204" pitchFamily="34" charset="0"/>
                <a:buChar char="•"/>
              </a:pPr>
              <a:r>
                <a:rPr lang="en-US" sz="2400" dirty="0"/>
                <a:t> What is the </a:t>
              </a:r>
              <a:r>
                <a:rPr lang="en-US" sz="2400" b="1" dirty="0"/>
                <a:t>goal</a:t>
              </a:r>
              <a:r>
                <a:rPr lang="en-US" sz="2400" dirty="0"/>
                <a:t> of the app?</a:t>
              </a:r>
            </a:p>
            <a:p>
              <a:pPr lvl="1" algn="l" rtl="0"/>
              <a:endParaRPr lang="en-US" sz="2400" dirty="0"/>
            </a:p>
            <a:p>
              <a:pPr algn="l" rtl="0"/>
              <a:r>
                <a:rPr lang="en-US" sz="2400" dirty="0"/>
                <a:t>📝 </a:t>
              </a:r>
              <a:r>
                <a:rPr lang="en-US" sz="2400" b="1" dirty="0"/>
                <a:t>Activity:</a:t>
              </a:r>
              <a:r>
                <a:rPr lang="en-US" sz="2400" dirty="0"/>
                <a:t> Write a </a:t>
              </a:r>
              <a:r>
                <a:rPr lang="en-US" sz="2400" b="1" dirty="0"/>
                <a:t>one-sentence project goal</a:t>
              </a:r>
              <a:r>
                <a:rPr lang="en-US" sz="2400" dirty="0"/>
                <a:t> for the gym app.</a:t>
              </a:r>
              <a:br>
                <a:rPr lang="en-US" sz="2400" dirty="0"/>
              </a:br>
              <a:r>
                <a:rPr lang="en-US" sz="2000" dirty="0"/>
                <a:t>Example: </a:t>
              </a:r>
              <a:r>
                <a:rPr lang="en-US" sz="2000" i="1" dirty="0"/>
                <a:t>“A web app that allows gym members to register, log workouts, and track progress.”</a:t>
              </a:r>
              <a:endParaRPr lang="en-US" sz="2400" dirty="0"/>
            </a:p>
          </p:txBody>
        </p:sp>
      </p:grpSp>
    </p:spTree>
    <p:extLst>
      <p:ext uri="{BB962C8B-B14F-4D97-AF65-F5344CB8AC3E}">
        <p14:creationId xmlns:p14="http://schemas.microsoft.com/office/powerpoint/2010/main" val="219052967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709E0BB-BA28-1235-5D60-865EE4304A1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C6295AB-6EAD-5CE2-10ED-FA73C0E43C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041663CC-AFBA-4E86-800C-479146CF2CDE}"/>
              </a:ext>
            </a:extLst>
          </p:cNvPr>
          <p:cNvSpPr txBox="1"/>
          <p:nvPr/>
        </p:nvSpPr>
        <p:spPr>
          <a:xfrm>
            <a:off x="3259015" y="2110154"/>
            <a:ext cx="485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1 - Define the Project Idea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FB151098-1BAE-FF4D-2527-01CBF496EA26}"/>
              </a:ext>
            </a:extLst>
          </p:cNvPr>
          <p:cNvSpPr txBox="1"/>
          <p:nvPr/>
        </p:nvSpPr>
        <p:spPr>
          <a:xfrm>
            <a:off x="2180492" y="3512568"/>
            <a:ext cx="78310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📌 Ask yourself: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</a:t>
            </a:r>
            <a:r>
              <a:rPr lang="en-US" b="1" dirty="0"/>
              <a:t>problem</a:t>
            </a:r>
            <a:r>
              <a:rPr lang="en-US" dirty="0"/>
              <a:t> does the project solve?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Who is the </a:t>
            </a:r>
            <a:r>
              <a:rPr lang="en-US" b="1" dirty="0"/>
              <a:t>target audience</a:t>
            </a:r>
            <a:r>
              <a:rPr lang="en-US" dirty="0"/>
              <a:t>?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What is the </a:t>
            </a:r>
            <a:r>
              <a:rPr lang="en-US" b="1" dirty="0"/>
              <a:t>goal</a:t>
            </a:r>
            <a:r>
              <a:rPr lang="en-US" dirty="0"/>
              <a:t> of the app?</a:t>
            </a:r>
          </a:p>
          <a:p>
            <a:r>
              <a:rPr lang="en-US" dirty="0"/>
              <a:t>📝 </a:t>
            </a:r>
            <a:r>
              <a:rPr lang="en-US" b="1" dirty="0"/>
              <a:t>Activity:</a:t>
            </a:r>
            <a:r>
              <a:rPr lang="en-US" dirty="0"/>
              <a:t> Write a </a:t>
            </a:r>
            <a:r>
              <a:rPr lang="en-US" b="1" dirty="0"/>
              <a:t>one-sentence project goal</a:t>
            </a:r>
            <a:r>
              <a:rPr lang="en-US" dirty="0"/>
              <a:t> for the gym app.</a:t>
            </a:r>
            <a:br>
              <a:rPr lang="en-US" dirty="0"/>
            </a:br>
            <a:r>
              <a:rPr lang="en-US" dirty="0"/>
              <a:t>Example: </a:t>
            </a:r>
            <a:r>
              <a:rPr lang="en-US" i="1" dirty="0"/>
              <a:t>“A web app that allows gym members to register, log workouts, and track progress.”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821125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31987-2307-E8F2-49F1-B8B38A8B7E7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1DF253D1-FEEB-FD1C-B830-FAB14277E7B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42AA2CF1-6464-FBDE-32B0-0036583730BD}"/>
              </a:ext>
            </a:extLst>
          </p:cNvPr>
          <p:cNvSpPr txBox="1"/>
          <p:nvPr/>
        </p:nvSpPr>
        <p:spPr>
          <a:xfrm>
            <a:off x="3259015" y="2110154"/>
            <a:ext cx="485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2 - Break It Down into Features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6A606B5-0D7C-3BE5-1C85-CFA3722B4778}"/>
              </a:ext>
            </a:extLst>
          </p:cNvPr>
          <p:cNvSpPr txBox="1"/>
          <p:nvPr/>
        </p:nvSpPr>
        <p:spPr>
          <a:xfrm>
            <a:off x="2180492" y="3512568"/>
            <a:ext cx="7831015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👀 </a:t>
            </a:r>
            <a:r>
              <a:rPr lang="en-US" b="1" dirty="0"/>
              <a:t>Identify Core Features (MVP):</a:t>
            </a:r>
            <a:br>
              <a:rPr lang="en-US" dirty="0"/>
            </a:br>
            <a:r>
              <a:rPr lang="en-US" dirty="0"/>
              <a:t>✅ User authentication (signup/login)</a:t>
            </a:r>
            <a:br>
              <a:rPr lang="en-US" dirty="0"/>
            </a:br>
            <a:r>
              <a:rPr lang="en-US" dirty="0"/>
              <a:t>✅ Workout logging (date, exercises, sets, reps)</a:t>
            </a:r>
            <a:br>
              <a:rPr lang="en-US" dirty="0"/>
            </a:br>
            <a:r>
              <a:rPr lang="en-US" dirty="0"/>
              <a:t>✅ Progress tracking</a:t>
            </a:r>
          </a:p>
          <a:p>
            <a:r>
              <a:rPr lang="en-US" dirty="0"/>
              <a:t>💡 </a:t>
            </a:r>
            <a:r>
              <a:rPr lang="en-US" b="1" dirty="0"/>
              <a:t>Extra Features:</a:t>
            </a:r>
            <a:br>
              <a:rPr lang="en-US" dirty="0"/>
            </a:br>
            <a:r>
              <a:rPr lang="en-US" dirty="0"/>
              <a:t>➕ Social sharing</a:t>
            </a:r>
            <a:br>
              <a:rPr lang="en-US" dirty="0"/>
            </a:br>
            <a:r>
              <a:rPr lang="en-US" dirty="0"/>
              <a:t>➕ Personalized workout recommendations</a:t>
            </a:r>
          </a:p>
          <a:p>
            <a:r>
              <a:rPr lang="en-US" dirty="0"/>
              <a:t>📝 </a:t>
            </a:r>
            <a:r>
              <a:rPr lang="en-US" b="1" dirty="0"/>
              <a:t>Activity:</a:t>
            </a:r>
            <a:r>
              <a:rPr lang="en-US" dirty="0"/>
              <a:t> List 3-5 </a:t>
            </a:r>
            <a:r>
              <a:rPr lang="en-US" b="1" dirty="0"/>
              <a:t>must-have features</a:t>
            </a:r>
            <a:r>
              <a:rPr lang="en-US" dirty="0"/>
              <a:t>.</a:t>
            </a:r>
          </a:p>
        </p:txBody>
      </p:sp>
    </p:spTree>
    <p:extLst>
      <p:ext uri="{BB962C8B-B14F-4D97-AF65-F5344CB8AC3E}">
        <p14:creationId xmlns:p14="http://schemas.microsoft.com/office/powerpoint/2010/main" val="17092217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88A99E18-74A4-55EC-2DC8-34F4B7AB70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3E5DFB7F-7780-D151-850A-C66A5B81889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3D2B9564-7B79-97D6-AF15-D6691FEA2FA2}"/>
              </a:ext>
            </a:extLst>
          </p:cNvPr>
          <p:cNvSpPr txBox="1"/>
          <p:nvPr/>
        </p:nvSpPr>
        <p:spPr>
          <a:xfrm>
            <a:off x="3259015" y="2110154"/>
            <a:ext cx="485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Step 3 - Wireframe &amp; Database Schema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5B42E969-A483-D4D3-EC4C-449F866D0032}"/>
              </a:ext>
            </a:extLst>
          </p:cNvPr>
          <p:cNvSpPr txBox="1"/>
          <p:nvPr/>
        </p:nvSpPr>
        <p:spPr>
          <a:xfrm>
            <a:off x="2180492" y="3512568"/>
            <a:ext cx="7831015" cy="258532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🖍️ </a:t>
            </a:r>
            <a:r>
              <a:rPr lang="en-US" b="1" dirty="0"/>
              <a:t>Wireframing (UI Design)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Homepage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Workout logging page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dirty="0"/>
              <a:t>Profile page</a:t>
            </a:r>
          </a:p>
          <a:p>
            <a:r>
              <a:rPr lang="en-US" dirty="0"/>
              <a:t>📊 </a:t>
            </a:r>
            <a:r>
              <a:rPr lang="en-US" b="1" dirty="0"/>
              <a:t>Database Schema (MongoDB Collections)</a:t>
            </a:r>
            <a:endParaRPr lang="en-US" dirty="0"/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Users</a:t>
            </a:r>
            <a:r>
              <a:rPr lang="en-US" dirty="0"/>
              <a:t> (name, email, password)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Workouts</a:t>
            </a:r>
            <a:r>
              <a:rPr lang="en-US" dirty="0"/>
              <a:t> (</a:t>
            </a:r>
            <a:r>
              <a:rPr lang="en-US" dirty="0" err="1"/>
              <a:t>userID</a:t>
            </a:r>
            <a:r>
              <a:rPr lang="en-US" dirty="0"/>
              <a:t>, exercises, date)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US" b="1" dirty="0"/>
              <a:t>Progress</a:t>
            </a:r>
            <a:r>
              <a:rPr lang="en-US" dirty="0"/>
              <a:t> (weight, reps, time)</a:t>
            </a:r>
          </a:p>
          <a:p>
            <a:r>
              <a:rPr lang="en-US" dirty="0"/>
              <a:t>📝 </a:t>
            </a:r>
            <a:r>
              <a:rPr lang="en-US" b="1" dirty="0"/>
              <a:t>Activity:</a:t>
            </a:r>
            <a:r>
              <a:rPr lang="en-US" dirty="0"/>
              <a:t> Sketch a quick wireframe &amp; list key collections.</a:t>
            </a:r>
          </a:p>
        </p:txBody>
      </p:sp>
    </p:spTree>
    <p:extLst>
      <p:ext uri="{BB962C8B-B14F-4D97-AF65-F5344CB8AC3E}">
        <p14:creationId xmlns:p14="http://schemas.microsoft.com/office/powerpoint/2010/main" val="387390222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FC9F81E-8C42-CB69-46F8-C5BFC8D6395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B167B89F-934B-EA5D-02F4-8FA29BE5845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6" name="תיבת טקסט 5">
            <a:extLst>
              <a:ext uri="{FF2B5EF4-FFF2-40B4-BE49-F238E27FC236}">
                <a16:creationId xmlns:a16="http://schemas.microsoft.com/office/drawing/2014/main" id="{F666309E-157A-1E16-955A-778ACC2EED9C}"/>
              </a:ext>
            </a:extLst>
          </p:cNvPr>
          <p:cNvSpPr txBox="1"/>
          <p:nvPr/>
        </p:nvSpPr>
        <p:spPr>
          <a:xfrm>
            <a:off x="3259015" y="2110154"/>
            <a:ext cx="485335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5 - Setting Up the Project</a:t>
            </a:r>
          </a:p>
        </p:txBody>
      </p:sp>
      <p:sp>
        <p:nvSpPr>
          <p:cNvPr id="7" name="תיבת טקסט 6">
            <a:extLst>
              <a:ext uri="{FF2B5EF4-FFF2-40B4-BE49-F238E27FC236}">
                <a16:creationId xmlns:a16="http://schemas.microsoft.com/office/drawing/2014/main" id="{7B36FDA2-7806-716C-6B07-3AA4EF67A248}"/>
              </a:ext>
            </a:extLst>
          </p:cNvPr>
          <p:cNvSpPr txBox="1"/>
          <p:nvPr/>
        </p:nvSpPr>
        <p:spPr>
          <a:xfrm>
            <a:off x="2180492" y="3512568"/>
            <a:ext cx="7831015" cy="203132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/>
              <a:t>Step 5 - Setting Up the Project</a:t>
            </a:r>
          </a:p>
          <a:p>
            <a:r>
              <a:rPr lang="en-US" dirty="0"/>
              <a:t>💻 </a:t>
            </a:r>
            <a:r>
              <a:rPr lang="en-US" b="1" dirty="0"/>
              <a:t>Before Writing Code:</a:t>
            </a:r>
            <a:br>
              <a:rPr lang="en-US" dirty="0"/>
            </a:br>
            <a:r>
              <a:rPr lang="en-US" dirty="0"/>
              <a:t>✔️ Create a GitHub repo</a:t>
            </a:r>
            <a:br>
              <a:rPr lang="en-US" dirty="0"/>
            </a:br>
            <a:r>
              <a:rPr lang="en-US" dirty="0"/>
              <a:t>✔️ Set up folder structure</a:t>
            </a:r>
            <a:br>
              <a:rPr lang="en-US" dirty="0"/>
            </a:br>
            <a:r>
              <a:rPr lang="en-US" dirty="0"/>
              <a:t>✔️ Install dependencies (Express, MongoDB, React, Node)</a:t>
            </a:r>
            <a:br>
              <a:rPr lang="en-US" dirty="0"/>
            </a:br>
            <a:r>
              <a:rPr lang="en-US" dirty="0"/>
              <a:t>✔️ Make the first commit</a:t>
            </a:r>
          </a:p>
          <a:p>
            <a:r>
              <a:rPr lang="en-US" dirty="0"/>
              <a:t>🚀 </a:t>
            </a:r>
            <a:r>
              <a:rPr lang="en-US" i="1" dirty="0"/>
              <a:t>Now you’re ready to start coding!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82524882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28F4DBC-D742-F623-C5D4-796ECC377A3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>
            <a:extLst>
              <a:ext uri="{FF2B5EF4-FFF2-40B4-BE49-F238E27FC236}">
                <a16:creationId xmlns:a16="http://schemas.microsoft.com/office/drawing/2014/main" id="{A985E6AF-8313-84FF-9B37-0236F2CC0C3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white">
          <a:xfrm>
            <a:off x="1524" y="0"/>
            <a:ext cx="12188952" cy="68580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pic>
        <p:nvPicPr>
          <p:cNvPr id="142" name="גרפיקה 141">
            <a:extLst>
              <a:ext uri="{FF2B5EF4-FFF2-40B4-BE49-F238E27FC236}">
                <a16:creationId xmlns:a16="http://schemas.microsoft.com/office/drawing/2014/main" id="{0712A54B-1A21-9EA9-0A84-3D0B138785D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60653" y="733425"/>
            <a:ext cx="533400" cy="666750"/>
          </a:xfrm>
          <a:prstGeom prst="rect">
            <a:avLst/>
          </a:prstGeom>
        </p:spPr>
      </p:pic>
      <p:grpSp>
        <p:nvGrpSpPr>
          <p:cNvPr id="151" name="קבוצה 150">
            <a:extLst>
              <a:ext uri="{FF2B5EF4-FFF2-40B4-BE49-F238E27FC236}">
                <a16:creationId xmlns:a16="http://schemas.microsoft.com/office/drawing/2014/main" id="{9F9AF038-3FD1-4251-FD09-BFEBB4BA4FE1}"/>
              </a:ext>
            </a:extLst>
          </p:cNvPr>
          <p:cNvGrpSpPr/>
          <p:nvPr/>
        </p:nvGrpSpPr>
        <p:grpSpPr>
          <a:xfrm>
            <a:off x="2179014" y="1907218"/>
            <a:ext cx="316945" cy="517132"/>
            <a:chOff x="1794401" y="2999418"/>
            <a:chExt cx="316945" cy="517132"/>
          </a:xfrm>
        </p:grpSpPr>
        <p:sp>
          <p:nvSpPr>
            <p:cNvPr id="146" name="צורה חופשית: צורה 145">
              <a:extLst>
                <a:ext uri="{FF2B5EF4-FFF2-40B4-BE49-F238E27FC236}">
                  <a16:creationId xmlns:a16="http://schemas.microsoft.com/office/drawing/2014/main" id="{2E98AFFC-68F9-8EF1-CDC6-77FDB5CED929}"/>
                </a:ext>
              </a:extLst>
            </p:cNvPr>
            <p:cNvSpPr/>
            <p:nvPr/>
          </p:nvSpPr>
          <p:spPr>
            <a:xfrm>
              <a:off x="1815843" y="3021696"/>
              <a:ext cx="277922" cy="471977"/>
            </a:xfrm>
            <a:custGeom>
              <a:avLst/>
              <a:gdLst>
                <a:gd name="connsiteX0" fmla="*/ 80345 w 277922"/>
                <a:gd name="connsiteY0" fmla="*/ 50590 h 471977"/>
                <a:gd name="connsiteX1" fmla="*/ 84917 w 277922"/>
                <a:gd name="connsiteY1" fmla="*/ 5537 h 471977"/>
                <a:gd name="connsiteX2" fmla="*/ 124636 w 277922"/>
                <a:gd name="connsiteY2" fmla="*/ 1155 h 471977"/>
                <a:gd name="connsiteX3" fmla="*/ 135685 w 277922"/>
                <a:gd name="connsiteY3" fmla="*/ 40779 h 471977"/>
                <a:gd name="connsiteX4" fmla="*/ 155783 w 277922"/>
                <a:gd name="connsiteY4" fmla="*/ 59829 h 471977"/>
                <a:gd name="connsiteX5" fmla="*/ 217029 w 277922"/>
                <a:gd name="connsiteY5" fmla="*/ 85261 h 471977"/>
                <a:gd name="connsiteX6" fmla="*/ 236079 w 277922"/>
                <a:gd name="connsiteY6" fmla="*/ 102692 h 471977"/>
                <a:gd name="connsiteX7" fmla="*/ 230364 w 277922"/>
                <a:gd name="connsiteY7" fmla="*/ 148983 h 471977"/>
                <a:gd name="connsiteX8" fmla="*/ 219505 w 277922"/>
                <a:gd name="connsiteY8" fmla="*/ 157175 h 471977"/>
                <a:gd name="connsiteX9" fmla="*/ 202170 w 277922"/>
                <a:gd name="connsiteY9" fmla="*/ 143840 h 471977"/>
                <a:gd name="connsiteX10" fmla="*/ 129780 w 277922"/>
                <a:gd name="connsiteY10" fmla="*/ 99644 h 471977"/>
                <a:gd name="connsiteX11" fmla="*/ 82155 w 277922"/>
                <a:gd name="connsiteY11" fmla="*/ 112502 h 471977"/>
                <a:gd name="connsiteX12" fmla="*/ 71487 w 277922"/>
                <a:gd name="connsiteY12" fmla="*/ 167557 h 471977"/>
                <a:gd name="connsiteX13" fmla="*/ 127017 w 277922"/>
                <a:gd name="connsiteY13" fmla="*/ 213086 h 471977"/>
                <a:gd name="connsiteX14" fmla="*/ 208075 w 277922"/>
                <a:gd name="connsiteY14" fmla="*/ 240137 h 471977"/>
                <a:gd name="connsiteX15" fmla="*/ 270178 w 277922"/>
                <a:gd name="connsiteY15" fmla="*/ 296049 h 471977"/>
                <a:gd name="connsiteX16" fmla="*/ 254462 w 277922"/>
                <a:gd name="connsiteY16" fmla="*/ 385394 h 471977"/>
                <a:gd name="connsiteX17" fmla="*/ 218172 w 277922"/>
                <a:gd name="connsiteY17" fmla="*/ 411016 h 471977"/>
                <a:gd name="connsiteX18" fmla="*/ 198169 w 277922"/>
                <a:gd name="connsiteY18" fmla="*/ 420541 h 471977"/>
                <a:gd name="connsiteX19" fmla="*/ 183215 w 277922"/>
                <a:gd name="connsiteY19" fmla="*/ 447401 h 471977"/>
                <a:gd name="connsiteX20" fmla="*/ 184263 w 277922"/>
                <a:gd name="connsiteY20" fmla="*/ 463594 h 471977"/>
                <a:gd name="connsiteX21" fmla="*/ 146163 w 277922"/>
                <a:gd name="connsiteY21" fmla="*/ 471881 h 471977"/>
                <a:gd name="connsiteX22" fmla="*/ 128446 w 277922"/>
                <a:gd name="connsiteY22" fmla="*/ 429304 h 471977"/>
                <a:gd name="connsiteX23" fmla="*/ 106348 w 277922"/>
                <a:gd name="connsiteY23" fmla="*/ 425589 h 471977"/>
                <a:gd name="connsiteX24" fmla="*/ 23195 w 277922"/>
                <a:gd name="connsiteY24" fmla="*/ 386251 h 471977"/>
                <a:gd name="connsiteX25" fmla="*/ 16061 w 277922"/>
                <a:gd name="connsiteY25" fmla="*/ 360276 h 471977"/>
                <a:gd name="connsiteX26" fmla="*/ 16242 w 277922"/>
                <a:gd name="connsiteY26" fmla="*/ 359962 h 471977"/>
                <a:gd name="connsiteX27" fmla="*/ 39578 w 277922"/>
                <a:gd name="connsiteY27" fmla="*/ 329482 h 471977"/>
                <a:gd name="connsiteX28" fmla="*/ 64152 w 277922"/>
                <a:gd name="connsiteY28" fmla="*/ 344341 h 471977"/>
                <a:gd name="connsiteX29" fmla="*/ 146353 w 277922"/>
                <a:gd name="connsiteY29" fmla="*/ 360724 h 471977"/>
                <a:gd name="connsiteX30" fmla="*/ 182834 w 277922"/>
                <a:gd name="connsiteY30" fmla="*/ 343769 h 471977"/>
                <a:gd name="connsiteX31" fmla="*/ 188587 w 277922"/>
                <a:gd name="connsiteY31" fmla="*/ 306089 h 471977"/>
                <a:gd name="connsiteX32" fmla="*/ 186930 w 277922"/>
                <a:gd name="connsiteY32" fmla="*/ 304050 h 471977"/>
                <a:gd name="connsiteX33" fmla="*/ 152735 w 277922"/>
                <a:gd name="connsiteY33" fmla="*/ 276332 h 471977"/>
                <a:gd name="connsiteX34" fmla="*/ 77202 w 277922"/>
                <a:gd name="connsiteY34" fmla="*/ 244805 h 471977"/>
                <a:gd name="connsiteX35" fmla="*/ 14527 w 277922"/>
                <a:gd name="connsiteY35" fmla="*/ 193941 h 471977"/>
                <a:gd name="connsiteX36" fmla="*/ 18623 w 277922"/>
                <a:gd name="connsiteY36" fmla="*/ 100977 h 471977"/>
                <a:gd name="connsiteX37" fmla="*/ 80345 w 277922"/>
                <a:gd name="connsiteY37" fmla="*/ 50590 h 471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277922" h="471977">
                  <a:moveTo>
                    <a:pt x="80345" y="50590"/>
                  </a:moveTo>
                  <a:cubicBezTo>
                    <a:pt x="82059" y="33445"/>
                    <a:pt x="83583" y="18872"/>
                    <a:pt x="84917" y="5537"/>
                  </a:cubicBezTo>
                  <a:cubicBezTo>
                    <a:pt x="98633" y="-2845"/>
                    <a:pt x="110634" y="393"/>
                    <a:pt x="124636" y="1155"/>
                  </a:cubicBezTo>
                  <a:cubicBezTo>
                    <a:pt x="128541" y="14966"/>
                    <a:pt x="132351" y="27825"/>
                    <a:pt x="135685" y="40779"/>
                  </a:cubicBezTo>
                  <a:cubicBezTo>
                    <a:pt x="136866" y="51171"/>
                    <a:pt x="145344" y="59200"/>
                    <a:pt x="155783" y="59829"/>
                  </a:cubicBezTo>
                  <a:cubicBezTo>
                    <a:pt x="179405" y="60877"/>
                    <a:pt x="197122" y="75736"/>
                    <a:pt x="217029" y="85261"/>
                  </a:cubicBezTo>
                  <a:cubicBezTo>
                    <a:pt x="224668" y="89480"/>
                    <a:pt x="231192" y="95462"/>
                    <a:pt x="236079" y="102692"/>
                  </a:cubicBezTo>
                  <a:cubicBezTo>
                    <a:pt x="252271" y="124313"/>
                    <a:pt x="251033" y="131267"/>
                    <a:pt x="230364" y="148983"/>
                  </a:cubicBezTo>
                  <a:cubicBezTo>
                    <a:pt x="226649" y="152126"/>
                    <a:pt x="222648" y="154889"/>
                    <a:pt x="219505" y="157175"/>
                  </a:cubicBezTo>
                  <a:cubicBezTo>
                    <a:pt x="208742" y="157841"/>
                    <a:pt x="206837" y="148983"/>
                    <a:pt x="202170" y="143840"/>
                  </a:cubicBezTo>
                  <a:cubicBezTo>
                    <a:pt x="182358" y="121932"/>
                    <a:pt x="155973" y="110121"/>
                    <a:pt x="129780" y="99644"/>
                  </a:cubicBezTo>
                  <a:cubicBezTo>
                    <a:pt x="112806" y="92881"/>
                    <a:pt x="93413" y="98120"/>
                    <a:pt x="82155" y="112502"/>
                  </a:cubicBezTo>
                  <a:cubicBezTo>
                    <a:pt x="68343" y="128790"/>
                    <a:pt x="62343" y="146411"/>
                    <a:pt x="71487" y="167557"/>
                  </a:cubicBezTo>
                  <a:cubicBezTo>
                    <a:pt x="82155" y="192512"/>
                    <a:pt x="102348" y="205657"/>
                    <a:pt x="127017" y="213086"/>
                  </a:cubicBezTo>
                  <a:cubicBezTo>
                    <a:pt x="154164" y="221754"/>
                    <a:pt x="180834" y="232136"/>
                    <a:pt x="208075" y="240137"/>
                  </a:cubicBezTo>
                  <a:cubicBezTo>
                    <a:pt x="237889" y="249091"/>
                    <a:pt x="255700" y="271665"/>
                    <a:pt x="270178" y="296049"/>
                  </a:cubicBezTo>
                  <a:cubicBezTo>
                    <a:pt x="284656" y="320433"/>
                    <a:pt x="277417" y="363296"/>
                    <a:pt x="254462" y="385394"/>
                  </a:cubicBezTo>
                  <a:cubicBezTo>
                    <a:pt x="243222" y="395090"/>
                    <a:pt x="231069" y="403672"/>
                    <a:pt x="218172" y="411016"/>
                  </a:cubicBezTo>
                  <a:cubicBezTo>
                    <a:pt x="211790" y="414750"/>
                    <a:pt x="205094" y="417941"/>
                    <a:pt x="198169" y="420541"/>
                  </a:cubicBezTo>
                  <a:cubicBezTo>
                    <a:pt x="187044" y="424341"/>
                    <a:pt x="180586" y="435943"/>
                    <a:pt x="183215" y="447401"/>
                  </a:cubicBezTo>
                  <a:cubicBezTo>
                    <a:pt x="183882" y="452069"/>
                    <a:pt x="183882" y="456926"/>
                    <a:pt x="184263" y="463594"/>
                  </a:cubicBezTo>
                  <a:lnTo>
                    <a:pt x="146163" y="471881"/>
                  </a:lnTo>
                  <a:cubicBezTo>
                    <a:pt x="139972" y="457022"/>
                    <a:pt x="134447" y="443306"/>
                    <a:pt x="128446" y="429304"/>
                  </a:cubicBezTo>
                  <a:cubicBezTo>
                    <a:pt x="120636" y="427970"/>
                    <a:pt x="113492" y="426446"/>
                    <a:pt x="106348" y="425589"/>
                  </a:cubicBezTo>
                  <a:cubicBezTo>
                    <a:pt x="74154" y="421779"/>
                    <a:pt x="48150" y="405015"/>
                    <a:pt x="23195" y="386251"/>
                  </a:cubicBezTo>
                  <a:cubicBezTo>
                    <a:pt x="14051" y="381050"/>
                    <a:pt x="10860" y="369420"/>
                    <a:pt x="16061" y="360276"/>
                  </a:cubicBezTo>
                  <a:cubicBezTo>
                    <a:pt x="16118" y="360171"/>
                    <a:pt x="16185" y="360067"/>
                    <a:pt x="16242" y="359962"/>
                  </a:cubicBezTo>
                  <a:cubicBezTo>
                    <a:pt x="20928" y="347770"/>
                    <a:pt x="29034" y="337188"/>
                    <a:pt x="39578" y="329482"/>
                  </a:cubicBezTo>
                  <a:cubicBezTo>
                    <a:pt x="47769" y="334435"/>
                    <a:pt x="56151" y="339007"/>
                    <a:pt x="64152" y="344341"/>
                  </a:cubicBezTo>
                  <a:cubicBezTo>
                    <a:pt x="88670" y="359571"/>
                    <a:pt x="117873" y="365391"/>
                    <a:pt x="146353" y="360724"/>
                  </a:cubicBezTo>
                  <a:cubicBezTo>
                    <a:pt x="160088" y="359390"/>
                    <a:pt x="172956" y="353409"/>
                    <a:pt x="182834" y="343769"/>
                  </a:cubicBezTo>
                  <a:cubicBezTo>
                    <a:pt x="194826" y="334949"/>
                    <a:pt x="197398" y="318081"/>
                    <a:pt x="188587" y="306089"/>
                  </a:cubicBezTo>
                  <a:cubicBezTo>
                    <a:pt x="188063" y="305384"/>
                    <a:pt x="187511" y="304698"/>
                    <a:pt x="186930" y="304050"/>
                  </a:cubicBezTo>
                  <a:cubicBezTo>
                    <a:pt x="178510" y="291649"/>
                    <a:pt x="166613" y="282009"/>
                    <a:pt x="152735" y="276332"/>
                  </a:cubicBezTo>
                  <a:cubicBezTo>
                    <a:pt x="127494" y="266045"/>
                    <a:pt x="102729" y="254425"/>
                    <a:pt x="77202" y="244805"/>
                  </a:cubicBezTo>
                  <a:cubicBezTo>
                    <a:pt x="51665" y="234556"/>
                    <a:pt x="29815" y="216820"/>
                    <a:pt x="14527" y="193941"/>
                  </a:cubicBezTo>
                  <a:cubicBezTo>
                    <a:pt x="-6647" y="166004"/>
                    <a:pt x="-4923" y="126942"/>
                    <a:pt x="18623" y="100977"/>
                  </a:cubicBezTo>
                  <a:cubicBezTo>
                    <a:pt x="35501" y="80108"/>
                    <a:pt x="56513" y="62953"/>
                    <a:pt x="80345" y="50590"/>
                  </a:cubicBezTo>
                  <a:close/>
                </a:path>
              </a:pathLst>
            </a:custGeom>
            <a:solidFill>
              <a:srgbClr val="FFC738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7" name="צורה חופשית: צורה 146">
              <a:extLst>
                <a:ext uri="{FF2B5EF4-FFF2-40B4-BE49-F238E27FC236}">
                  <a16:creationId xmlns:a16="http://schemas.microsoft.com/office/drawing/2014/main" id="{0D745C26-9AAB-11BD-9EAF-20E6F34E42D2}"/>
                </a:ext>
              </a:extLst>
            </p:cNvPr>
            <p:cNvSpPr/>
            <p:nvPr/>
          </p:nvSpPr>
          <p:spPr>
            <a:xfrm>
              <a:off x="1794401" y="2999418"/>
              <a:ext cx="316945" cy="517132"/>
            </a:xfrm>
            <a:custGeom>
              <a:avLst/>
              <a:gdLst>
                <a:gd name="connsiteX0" fmla="*/ 227707 w 316945"/>
                <a:gd name="connsiteY0" fmla="*/ 457869 h 517132"/>
                <a:gd name="connsiteX1" fmla="*/ 226754 w 316945"/>
                <a:gd name="connsiteY1" fmla="*/ 465679 h 517132"/>
                <a:gd name="connsiteX2" fmla="*/ 195036 w 316945"/>
                <a:gd name="connsiteY2" fmla="*/ 513304 h 517132"/>
                <a:gd name="connsiteX3" fmla="*/ 187797 w 316945"/>
                <a:gd name="connsiteY3" fmla="*/ 514733 h 517132"/>
                <a:gd name="connsiteX4" fmla="*/ 139124 w 316945"/>
                <a:gd name="connsiteY4" fmla="*/ 480252 h 517132"/>
                <a:gd name="connsiteX5" fmla="*/ 134267 w 316945"/>
                <a:gd name="connsiteY5" fmla="*/ 468727 h 517132"/>
                <a:gd name="connsiteX6" fmla="*/ 117122 w 316945"/>
                <a:gd name="connsiteY6" fmla="*/ 465108 h 517132"/>
                <a:gd name="connsiteX7" fmla="*/ 21872 w 316945"/>
                <a:gd name="connsiteY7" fmla="*/ 410529 h 517132"/>
                <a:gd name="connsiteX8" fmla="*/ 18062 w 316945"/>
                <a:gd name="connsiteY8" fmla="*/ 374239 h 517132"/>
                <a:gd name="connsiteX9" fmla="*/ 33302 w 316945"/>
                <a:gd name="connsiteY9" fmla="*/ 353189 h 517132"/>
                <a:gd name="connsiteX10" fmla="*/ 83498 w 316945"/>
                <a:gd name="connsiteY10" fmla="*/ 343664 h 517132"/>
                <a:gd name="connsiteX11" fmla="*/ 120170 w 316945"/>
                <a:gd name="connsiteY11" fmla="*/ 361666 h 517132"/>
                <a:gd name="connsiteX12" fmla="*/ 181511 w 316945"/>
                <a:gd name="connsiteY12" fmla="*/ 358332 h 517132"/>
                <a:gd name="connsiteX13" fmla="*/ 191817 w 316945"/>
                <a:gd name="connsiteY13" fmla="*/ 333444 h 517132"/>
                <a:gd name="connsiteX14" fmla="*/ 187893 w 316945"/>
                <a:gd name="connsiteY14" fmla="*/ 327471 h 517132"/>
                <a:gd name="connsiteX15" fmla="*/ 169890 w 316945"/>
                <a:gd name="connsiteY15" fmla="*/ 314803 h 517132"/>
                <a:gd name="connsiteX16" fmla="*/ 107025 w 316945"/>
                <a:gd name="connsiteY16" fmla="*/ 292134 h 517132"/>
                <a:gd name="connsiteX17" fmla="*/ 18252 w 316945"/>
                <a:gd name="connsiteY17" fmla="*/ 228411 h 517132"/>
                <a:gd name="connsiteX18" fmla="*/ 34159 w 316945"/>
                <a:gd name="connsiteY18" fmla="*/ 101062 h 517132"/>
                <a:gd name="connsiteX19" fmla="*/ 87213 w 316945"/>
                <a:gd name="connsiteY19" fmla="*/ 60486 h 517132"/>
                <a:gd name="connsiteX20" fmla="*/ 85213 w 316945"/>
                <a:gd name="connsiteY20" fmla="*/ 30577 h 517132"/>
                <a:gd name="connsiteX21" fmla="*/ 110549 w 316945"/>
                <a:gd name="connsiteY21" fmla="*/ 1335 h 517132"/>
                <a:gd name="connsiteX22" fmla="*/ 144078 w 316945"/>
                <a:gd name="connsiteY22" fmla="*/ 2 h 517132"/>
                <a:gd name="connsiteX23" fmla="*/ 171890 w 316945"/>
                <a:gd name="connsiteY23" fmla="*/ 22957 h 517132"/>
                <a:gd name="connsiteX24" fmla="*/ 178653 w 316945"/>
                <a:gd name="connsiteY24" fmla="*/ 55723 h 517132"/>
                <a:gd name="connsiteX25" fmla="*/ 181511 w 316945"/>
                <a:gd name="connsiteY25" fmla="*/ 60867 h 517132"/>
                <a:gd name="connsiteX26" fmla="*/ 269903 w 316945"/>
                <a:gd name="connsiteY26" fmla="*/ 118017 h 517132"/>
                <a:gd name="connsiteX27" fmla="*/ 290858 w 316945"/>
                <a:gd name="connsiteY27" fmla="*/ 151449 h 517132"/>
                <a:gd name="connsiteX28" fmla="*/ 262949 w 316945"/>
                <a:gd name="connsiteY28" fmla="*/ 187740 h 517132"/>
                <a:gd name="connsiteX29" fmla="*/ 210657 w 316945"/>
                <a:gd name="connsiteY29" fmla="*/ 180882 h 517132"/>
                <a:gd name="connsiteX30" fmla="*/ 138458 w 316945"/>
                <a:gd name="connsiteY30" fmla="*/ 138114 h 517132"/>
                <a:gd name="connsiteX31" fmla="*/ 106930 w 316945"/>
                <a:gd name="connsiteY31" fmla="*/ 169737 h 517132"/>
                <a:gd name="connsiteX32" fmla="*/ 131981 w 316945"/>
                <a:gd name="connsiteY32" fmla="*/ 204885 h 517132"/>
                <a:gd name="connsiteX33" fmla="*/ 170081 w 316945"/>
                <a:gd name="connsiteY33" fmla="*/ 219172 h 517132"/>
                <a:gd name="connsiteX34" fmla="*/ 252662 w 316945"/>
                <a:gd name="connsiteY34" fmla="*/ 251271 h 517132"/>
                <a:gd name="connsiteX35" fmla="*/ 311241 w 316945"/>
                <a:gd name="connsiteY35" fmla="*/ 326709 h 517132"/>
                <a:gd name="connsiteX36" fmla="*/ 306574 w 316945"/>
                <a:gd name="connsiteY36" fmla="*/ 391479 h 517132"/>
                <a:gd name="connsiteX37" fmla="*/ 263045 w 316945"/>
                <a:gd name="connsiteY37" fmla="*/ 436342 h 517132"/>
                <a:gd name="connsiteX38" fmla="*/ 227707 w 316945"/>
                <a:gd name="connsiteY38" fmla="*/ 457869 h 517132"/>
                <a:gd name="connsiteX39" fmla="*/ 101787 w 316945"/>
                <a:gd name="connsiteY39" fmla="*/ 72868 h 517132"/>
                <a:gd name="connsiteX40" fmla="*/ 40160 w 316945"/>
                <a:gd name="connsiteY40" fmla="*/ 123541 h 517132"/>
                <a:gd name="connsiteX41" fmla="*/ 36064 w 316945"/>
                <a:gd name="connsiteY41" fmla="*/ 216505 h 517132"/>
                <a:gd name="connsiteX42" fmla="*/ 98738 w 316945"/>
                <a:gd name="connsiteY42" fmla="*/ 267369 h 517132"/>
                <a:gd name="connsiteX43" fmla="*/ 174272 w 316945"/>
                <a:gd name="connsiteY43" fmla="*/ 298896 h 517132"/>
                <a:gd name="connsiteX44" fmla="*/ 208466 w 316945"/>
                <a:gd name="connsiteY44" fmla="*/ 326614 h 517132"/>
                <a:gd name="connsiteX45" fmla="*/ 206409 w 316945"/>
                <a:gd name="connsiteY45" fmla="*/ 364676 h 517132"/>
                <a:gd name="connsiteX46" fmla="*/ 204371 w 316945"/>
                <a:gd name="connsiteY46" fmla="*/ 366333 h 517132"/>
                <a:gd name="connsiteX47" fmla="*/ 167890 w 316945"/>
                <a:gd name="connsiteY47" fmla="*/ 383288 h 517132"/>
                <a:gd name="connsiteX48" fmla="*/ 85689 w 316945"/>
                <a:gd name="connsiteY48" fmla="*/ 366905 h 517132"/>
                <a:gd name="connsiteX49" fmla="*/ 61115 w 316945"/>
                <a:gd name="connsiteY49" fmla="*/ 352046 h 517132"/>
                <a:gd name="connsiteX50" fmla="*/ 37778 w 316945"/>
                <a:gd name="connsiteY50" fmla="*/ 382526 h 517132"/>
                <a:gd name="connsiteX51" fmla="*/ 44417 w 316945"/>
                <a:gd name="connsiteY51" fmla="*/ 408634 h 517132"/>
                <a:gd name="connsiteX52" fmla="*/ 44732 w 316945"/>
                <a:gd name="connsiteY52" fmla="*/ 408815 h 517132"/>
                <a:gd name="connsiteX53" fmla="*/ 127885 w 316945"/>
                <a:gd name="connsiteY53" fmla="*/ 448153 h 517132"/>
                <a:gd name="connsiteX54" fmla="*/ 149983 w 316945"/>
                <a:gd name="connsiteY54" fmla="*/ 451868 h 517132"/>
                <a:gd name="connsiteX55" fmla="*/ 167699 w 316945"/>
                <a:gd name="connsiteY55" fmla="*/ 494445 h 517132"/>
                <a:gd name="connsiteX56" fmla="*/ 205799 w 316945"/>
                <a:gd name="connsiteY56" fmla="*/ 486158 h 517132"/>
                <a:gd name="connsiteX57" fmla="*/ 204752 w 316945"/>
                <a:gd name="connsiteY57" fmla="*/ 469965 h 517132"/>
                <a:gd name="connsiteX58" fmla="*/ 219706 w 316945"/>
                <a:gd name="connsiteY58" fmla="*/ 443105 h 517132"/>
                <a:gd name="connsiteX59" fmla="*/ 239709 w 316945"/>
                <a:gd name="connsiteY59" fmla="*/ 433580 h 517132"/>
                <a:gd name="connsiteX60" fmla="*/ 275999 w 316945"/>
                <a:gd name="connsiteY60" fmla="*/ 407958 h 517132"/>
                <a:gd name="connsiteX61" fmla="*/ 291715 w 316945"/>
                <a:gd name="connsiteY61" fmla="*/ 318613 h 517132"/>
                <a:gd name="connsiteX62" fmla="*/ 229612 w 316945"/>
                <a:gd name="connsiteY62" fmla="*/ 262701 h 517132"/>
                <a:gd name="connsiteX63" fmla="*/ 148554 w 316945"/>
                <a:gd name="connsiteY63" fmla="*/ 235650 h 517132"/>
                <a:gd name="connsiteX64" fmla="*/ 93023 w 316945"/>
                <a:gd name="connsiteY64" fmla="*/ 190121 h 517132"/>
                <a:gd name="connsiteX65" fmla="*/ 103691 w 316945"/>
                <a:gd name="connsiteY65" fmla="*/ 135066 h 517132"/>
                <a:gd name="connsiteX66" fmla="*/ 151316 w 316945"/>
                <a:gd name="connsiteY66" fmla="*/ 122208 h 517132"/>
                <a:gd name="connsiteX67" fmla="*/ 223706 w 316945"/>
                <a:gd name="connsiteY67" fmla="*/ 166404 h 517132"/>
                <a:gd name="connsiteX68" fmla="*/ 241042 w 316945"/>
                <a:gd name="connsiteY68" fmla="*/ 179739 h 517132"/>
                <a:gd name="connsiteX69" fmla="*/ 251901 w 316945"/>
                <a:gd name="connsiteY69" fmla="*/ 171547 h 517132"/>
                <a:gd name="connsiteX70" fmla="*/ 257615 w 316945"/>
                <a:gd name="connsiteY70" fmla="*/ 125256 h 517132"/>
                <a:gd name="connsiteX71" fmla="*/ 238565 w 316945"/>
                <a:gd name="connsiteY71" fmla="*/ 107825 h 517132"/>
                <a:gd name="connsiteX72" fmla="*/ 177320 w 316945"/>
                <a:gd name="connsiteY72" fmla="*/ 82393 h 517132"/>
                <a:gd name="connsiteX73" fmla="*/ 157222 w 316945"/>
                <a:gd name="connsiteY73" fmla="*/ 63343 h 517132"/>
                <a:gd name="connsiteX74" fmla="*/ 146173 w 316945"/>
                <a:gd name="connsiteY74" fmla="*/ 23719 h 517132"/>
                <a:gd name="connsiteX75" fmla="*/ 106454 w 316945"/>
                <a:gd name="connsiteY75" fmla="*/ 28101 h 517132"/>
                <a:gd name="connsiteX76" fmla="*/ 101787 w 316945"/>
                <a:gd name="connsiteY76" fmla="*/ 72868 h 5171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316945" h="517132">
                  <a:moveTo>
                    <a:pt x="227707" y="457869"/>
                  </a:moveTo>
                  <a:cubicBezTo>
                    <a:pt x="227193" y="460440"/>
                    <a:pt x="226869" y="463060"/>
                    <a:pt x="226754" y="465679"/>
                  </a:cubicBezTo>
                  <a:cubicBezTo>
                    <a:pt x="232374" y="503779"/>
                    <a:pt x="231136" y="505875"/>
                    <a:pt x="195036" y="513304"/>
                  </a:cubicBezTo>
                  <a:lnTo>
                    <a:pt x="187797" y="514733"/>
                  </a:lnTo>
                  <a:cubicBezTo>
                    <a:pt x="152269" y="520543"/>
                    <a:pt x="140172" y="517495"/>
                    <a:pt x="139124" y="480252"/>
                  </a:cubicBezTo>
                  <a:cubicBezTo>
                    <a:pt x="138096" y="476185"/>
                    <a:pt x="136467" y="472299"/>
                    <a:pt x="134267" y="468727"/>
                  </a:cubicBezTo>
                  <a:cubicBezTo>
                    <a:pt x="128837" y="467584"/>
                    <a:pt x="123027" y="466060"/>
                    <a:pt x="117122" y="465108"/>
                  </a:cubicBezTo>
                  <a:cubicBezTo>
                    <a:pt x="78450" y="458916"/>
                    <a:pt x="48637" y="436533"/>
                    <a:pt x="21872" y="410529"/>
                  </a:cubicBezTo>
                  <a:cubicBezTo>
                    <a:pt x="8918" y="397861"/>
                    <a:pt x="8537" y="389384"/>
                    <a:pt x="18062" y="374239"/>
                  </a:cubicBezTo>
                  <a:cubicBezTo>
                    <a:pt x="22529" y="366800"/>
                    <a:pt x="27634" y="359761"/>
                    <a:pt x="33302" y="353189"/>
                  </a:cubicBezTo>
                  <a:cubicBezTo>
                    <a:pt x="45113" y="337606"/>
                    <a:pt x="66801" y="333491"/>
                    <a:pt x="83498" y="343664"/>
                  </a:cubicBezTo>
                  <a:cubicBezTo>
                    <a:pt x="95690" y="349665"/>
                    <a:pt x="107597" y="356427"/>
                    <a:pt x="120170" y="361666"/>
                  </a:cubicBezTo>
                  <a:cubicBezTo>
                    <a:pt x="140134" y="369505"/>
                    <a:pt x="162518" y="368286"/>
                    <a:pt x="181511" y="358332"/>
                  </a:cubicBezTo>
                  <a:cubicBezTo>
                    <a:pt x="191226" y="354303"/>
                    <a:pt x="195846" y="343159"/>
                    <a:pt x="191817" y="333444"/>
                  </a:cubicBezTo>
                  <a:cubicBezTo>
                    <a:pt x="190893" y="331224"/>
                    <a:pt x="189569" y="329195"/>
                    <a:pt x="187893" y="327471"/>
                  </a:cubicBezTo>
                  <a:cubicBezTo>
                    <a:pt x="182806" y="322080"/>
                    <a:pt x="176682" y="317775"/>
                    <a:pt x="169890" y="314803"/>
                  </a:cubicBezTo>
                  <a:cubicBezTo>
                    <a:pt x="149364" y="306116"/>
                    <a:pt x="128371" y="298554"/>
                    <a:pt x="107025" y="292134"/>
                  </a:cubicBezTo>
                  <a:cubicBezTo>
                    <a:pt x="70573" y="282599"/>
                    <a:pt x="38950" y="259892"/>
                    <a:pt x="18252" y="228411"/>
                  </a:cubicBezTo>
                  <a:cubicBezTo>
                    <a:pt x="-11180" y="184882"/>
                    <a:pt x="-5274" y="135924"/>
                    <a:pt x="34159" y="101062"/>
                  </a:cubicBezTo>
                  <a:cubicBezTo>
                    <a:pt x="49875" y="87156"/>
                    <a:pt x="67496" y="75440"/>
                    <a:pt x="87213" y="60486"/>
                  </a:cubicBezTo>
                  <a:cubicBezTo>
                    <a:pt x="86642" y="52199"/>
                    <a:pt x="85689" y="41436"/>
                    <a:pt x="85213" y="30577"/>
                  </a:cubicBezTo>
                  <a:cubicBezTo>
                    <a:pt x="84356" y="11527"/>
                    <a:pt x="91214" y="3526"/>
                    <a:pt x="110549" y="1335"/>
                  </a:cubicBezTo>
                  <a:cubicBezTo>
                    <a:pt x="121684" y="131"/>
                    <a:pt x="132885" y="-315"/>
                    <a:pt x="144078" y="2"/>
                  </a:cubicBezTo>
                  <a:cubicBezTo>
                    <a:pt x="163604" y="573"/>
                    <a:pt x="167795" y="4383"/>
                    <a:pt x="171890" y="22957"/>
                  </a:cubicBezTo>
                  <a:cubicBezTo>
                    <a:pt x="174272" y="33911"/>
                    <a:pt x="176367" y="44865"/>
                    <a:pt x="178653" y="55723"/>
                  </a:cubicBezTo>
                  <a:cubicBezTo>
                    <a:pt x="179472" y="57514"/>
                    <a:pt x="180425" y="59228"/>
                    <a:pt x="181511" y="60867"/>
                  </a:cubicBezTo>
                  <a:cubicBezTo>
                    <a:pt x="214191" y="74411"/>
                    <a:pt x="244138" y="93776"/>
                    <a:pt x="269903" y="118017"/>
                  </a:cubicBezTo>
                  <a:cubicBezTo>
                    <a:pt x="278247" y="128256"/>
                    <a:pt x="285285" y="139486"/>
                    <a:pt x="290858" y="151449"/>
                  </a:cubicBezTo>
                  <a:cubicBezTo>
                    <a:pt x="286371" y="166585"/>
                    <a:pt x="276427" y="179520"/>
                    <a:pt x="262949" y="187740"/>
                  </a:cubicBezTo>
                  <a:cubicBezTo>
                    <a:pt x="235518" y="206028"/>
                    <a:pt x="224849" y="203932"/>
                    <a:pt x="210657" y="180882"/>
                  </a:cubicBezTo>
                  <a:cubicBezTo>
                    <a:pt x="194751" y="154688"/>
                    <a:pt x="165032" y="147639"/>
                    <a:pt x="138458" y="138114"/>
                  </a:cubicBezTo>
                  <a:cubicBezTo>
                    <a:pt x="122646" y="132399"/>
                    <a:pt x="103691" y="152783"/>
                    <a:pt x="106930" y="169737"/>
                  </a:cubicBezTo>
                  <a:cubicBezTo>
                    <a:pt x="109016" y="184844"/>
                    <a:pt x="118379" y="197979"/>
                    <a:pt x="131981" y="204885"/>
                  </a:cubicBezTo>
                  <a:cubicBezTo>
                    <a:pt x="144325" y="210543"/>
                    <a:pt x="157060" y="215315"/>
                    <a:pt x="170081" y="219172"/>
                  </a:cubicBezTo>
                  <a:cubicBezTo>
                    <a:pt x="198656" y="228126"/>
                    <a:pt x="227231" y="233745"/>
                    <a:pt x="252662" y="251271"/>
                  </a:cubicBezTo>
                  <a:cubicBezTo>
                    <a:pt x="279104" y="270188"/>
                    <a:pt x="299459" y="296401"/>
                    <a:pt x="311241" y="326709"/>
                  </a:cubicBezTo>
                  <a:cubicBezTo>
                    <a:pt x="319880" y="347845"/>
                    <a:pt x="318156" y="371801"/>
                    <a:pt x="306574" y="391479"/>
                  </a:cubicBezTo>
                  <a:cubicBezTo>
                    <a:pt x="296478" y="410158"/>
                    <a:pt x="281409" y="425684"/>
                    <a:pt x="263045" y="436342"/>
                  </a:cubicBezTo>
                  <a:cubicBezTo>
                    <a:pt x="251138" y="443391"/>
                    <a:pt x="239613" y="450534"/>
                    <a:pt x="227707" y="457869"/>
                  </a:cubicBezTo>
                  <a:close/>
                  <a:moveTo>
                    <a:pt x="101787" y="72868"/>
                  </a:moveTo>
                  <a:cubicBezTo>
                    <a:pt x="77964" y="85327"/>
                    <a:pt x="56981" y="102577"/>
                    <a:pt x="40160" y="123541"/>
                  </a:cubicBezTo>
                  <a:cubicBezTo>
                    <a:pt x="16614" y="149506"/>
                    <a:pt x="14890" y="188568"/>
                    <a:pt x="36064" y="216505"/>
                  </a:cubicBezTo>
                  <a:cubicBezTo>
                    <a:pt x="51351" y="239384"/>
                    <a:pt x="73202" y="257120"/>
                    <a:pt x="98738" y="267369"/>
                  </a:cubicBezTo>
                  <a:cubicBezTo>
                    <a:pt x="124265" y="276894"/>
                    <a:pt x="149030" y="288609"/>
                    <a:pt x="174272" y="298896"/>
                  </a:cubicBezTo>
                  <a:cubicBezTo>
                    <a:pt x="188150" y="304573"/>
                    <a:pt x="200046" y="314213"/>
                    <a:pt x="208466" y="326614"/>
                  </a:cubicBezTo>
                  <a:cubicBezTo>
                    <a:pt x="218410" y="337692"/>
                    <a:pt x="217487" y="354742"/>
                    <a:pt x="206409" y="364676"/>
                  </a:cubicBezTo>
                  <a:cubicBezTo>
                    <a:pt x="205752" y="365267"/>
                    <a:pt x="205076" y="365819"/>
                    <a:pt x="204371" y="366333"/>
                  </a:cubicBezTo>
                  <a:cubicBezTo>
                    <a:pt x="194493" y="375973"/>
                    <a:pt x="181625" y="381954"/>
                    <a:pt x="167890" y="383288"/>
                  </a:cubicBezTo>
                  <a:cubicBezTo>
                    <a:pt x="139410" y="387955"/>
                    <a:pt x="110207" y="382135"/>
                    <a:pt x="85689" y="366905"/>
                  </a:cubicBezTo>
                  <a:cubicBezTo>
                    <a:pt x="77688" y="361666"/>
                    <a:pt x="69306" y="357380"/>
                    <a:pt x="61115" y="352046"/>
                  </a:cubicBezTo>
                  <a:cubicBezTo>
                    <a:pt x="50570" y="359752"/>
                    <a:pt x="42465" y="370334"/>
                    <a:pt x="37778" y="382526"/>
                  </a:cubicBezTo>
                  <a:cubicBezTo>
                    <a:pt x="32406" y="391575"/>
                    <a:pt x="35378" y="403262"/>
                    <a:pt x="44417" y="408634"/>
                  </a:cubicBezTo>
                  <a:cubicBezTo>
                    <a:pt x="44522" y="408691"/>
                    <a:pt x="44627" y="408758"/>
                    <a:pt x="44732" y="408815"/>
                  </a:cubicBezTo>
                  <a:cubicBezTo>
                    <a:pt x="69687" y="427865"/>
                    <a:pt x="95690" y="444343"/>
                    <a:pt x="127885" y="448153"/>
                  </a:cubicBezTo>
                  <a:cubicBezTo>
                    <a:pt x="135029" y="449011"/>
                    <a:pt x="142172" y="450534"/>
                    <a:pt x="149983" y="451868"/>
                  </a:cubicBezTo>
                  <a:cubicBezTo>
                    <a:pt x="155984" y="466155"/>
                    <a:pt x="161508" y="479586"/>
                    <a:pt x="167699" y="494445"/>
                  </a:cubicBezTo>
                  <a:lnTo>
                    <a:pt x="205799" y="486158"/>
                  </a:lnTo>
                  <a:cubicBezTo>
                    <a:pt x="205799" y="479490"/>
                    <a:pt x="205799" y="474633"/>
                    <a:pt x="204752" y="469965"/>
                  </a:cubicBezTo>
                  <a:cubicBezTo>
                    <a:pt x="202123" y="458507"/>
                    <a:pt x="208581" y="446905"/>
                    <a:pt x="219706" y="443105"/>
                  </a:cubicBezTo>
                  <a:cubicBezTo>
                    <a:pt x="226631" y="440505"/>
                    <a:pt x="233327" y="437314"/>
                    <a:pt x="239709" y="433580"/>
                  </a:cubicBezTo>
                  <a:cubicBezTo>
                    <a:pt x="252605" y="426236"/>
                    <a:pt x="264759" y="417654"/>
                    <a:pt x="275999" y="407958"/>
                  </a:cubicBezTo>
                  <a:cubicBezTo>
                    <a:pt x="298954" y="385860"/>
                    <a:pt x="306955" y="343569"/>
                    <a:pt x="291715" y="318613"/>
                  </a:cubicBezTo>
                  <a:cubicBezTo>
                    <a:pt x="276475" y="293658"/>
                    <a:pt x="259425" y="271655"/>
                    <a:pt x="229612" y="262701"/>
                  </a:cubicBezTo>
                  <a:cubicBezTo>
                    <a:pt x="202370" y="254415"/>
                    <a:pt x="175701" y="244318"/>
                    <a:pt x="148554" y="235650"/>
                  </a:cubicBezTo>
                  <a:cubicBezTo>
                    <a:pt x="123885" y="227745"/>
                    <a:pt x="103691" y="215076"/>
                    <a:pt x="93023" y="190121"/>
                  </a:cubicBezTo>
                  <a:cubicBezTo>
                    <a:pt x="83498" y="168975"/>
                    <a:pt x="89880" y="151354"/>
                    <a:pt x="103691" y="135066"/>
                  </a:cubicBezTo>
                  <a:cubicBezTo>
                    <a:pt x="114950" y="120684"/>
                    <a:pt x="134343" y="115445"/>
                    <a:pt x="151316" y="122208"/>
                  </a:cubicBezTo>
                  <a:cubicBezTo>
                    <a:pt x="177510" y="132685"/>
                    <a:pt x="203895" y="144496"/>
                    <a:pt x="223706" y="166404"/>
                  </a:cubicBezTo>
                  <a:cubicBezTo>
                    <a:pt x="228374" y="171547"/>
                    <a:pt x="230279" y="180405"/>
                    <a:pt x="241042" y="179739"/>
                  </a:cubicBezTo>
                  <a:cubicBezTo>
                    <a:pt x="244185" y="177453"/>
                    <a:pt x="248186" y="174690"/>
                    <a:pt x="251901" y="171547"/>
                  </a:cubicBezTo>
                  <a:cubicBezTo>
                    <a:pt x="272570" y="154116"/>
                    <a:pt x="273808" y="146877"/>
                    <a:pt x="257615" y="125256"/>
                  </a:cubicBezTo>
                  <a:cubicBezTo>
                    <a:pt x="252729" y="118026"/>
                    <a:pt x="246204" y="112045"/>
                    <a:pt x="238565" y="107825"/>
                  </a:cubicBezTo>
                  <a:cubicBezTo>
                    <a:pt x="218658" y="98300"/>
                    <a:pt x="200942" y="83441"/>
                    <a:pt x="177320" y="82393"/>
                  </a:cubicBezTo>
                  <a:cubicBezTo>
                    <a:pt x="166880" y="81765"/>
                    <a:pt x="158403" y="73735"/>
                    <a:pt x="157222" y="63343"/>
                  </a:cubicBezTo>
                  <a:cubicBezTo>
                    <a:pt x="153888" y="50389"/>
                    <a:pt x="150078" y="37530"/>
                    <a:pt x="146173" y="23719"/>
                  </a:cubicBezTo>
                  <a:cubicBezTo>
                    <a:pt x="132171" y="22957"/>
                    <a:pt x="120170" y="19719"/>
                    <a:pt x="106454" y="28101"/>
                  </a:cubicBezTo>
                  <a:cubicBezTo>
                    <a:pt x="105025" y="41150"/>
                    <a:pt x="103501" y="55723"/>
                    <a:pt x="101787" y="72868"/>
                  </a:cubicBezTo>
                  <a:close/>
                </a:path>
              </a:pathLst>
            </a:custGeom>
            <a:solidFill>
              <a:srgbClr val="1D26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grpSp>
        <p:nvGrpSpPr>
          <p:cNvPr id="150" name="קבוצה 149">
            <a:extLst>
              <a:ext uri="{FF2B5EF4-FFF2-40B4-BE49-F238E27FC236}">
                <a16:creationId xmlns:a16="http://schemas.microsoft.com/office/drawing/2014/main" id="{95B223AE-27CA-BBBF-1065-5E0DB445ADCC}"/>
              </a:ext>
            </a:extLst>
          </p:cNvPr>
          <p:cNvGrpSpPr/>
          <p:nvPr/>
        </p:nvGrpSpPr>
        <p:grpSpPr>
          <a:xfrm>
            <a:off x="3196616" y="2297513"/>
            <a:ext cx="1065821" cy="1131487"/>
            <a:chOff x="1748461" y="3455294"/>
            <a:chExt cx="1065821" cy="1131487"/>
          </a:xfrm>
        </p:grpSpPr>
        <p:sp>
          <p:nvSpPr>
            <p:cNvPr id="148" name="צורה חופשית: צורה 147">
              <a:extLst>
                <a:ext uri="{FF2B5EF4-FFF2-40B4-BE49-F238E27FC236}">
                  <a16:creationId xmlns:a16="http://schemas.microsoft.com/office/drawing/2014/main" id="{0DB9FA9A-7677-1AAB-A050-70453AE15755}"/>
                </a:ext>
              </a:extLst>
            </p:cNvPr>
            <p:cNvSpPr/>
            <p:nvPr/>
          </p:nvSpPr>
          <p:spPr>
            <a:xfrm>
              <a:off x="1748461" y="3455294"/>
              <a:ext cx="1065821" cy="1131487"/>
            </a:xfrm>
            <a:custGeom>
              <a:avLst/>
              <a:gdLst>
                <a:gd name="connsiteX0" fmla="*/ 956494 w 1065821"/>
                <a:gd name="connsiteY0" fmla="*/ 563396 h 1131487"/>
                <a:gd name="connsiteX1" fmla="*/ 1056983 w 1065821"/>
                <a:gd name="connsiteY1" fmla="*/ 573492 h 1131487"/>
                <a:gd name="connsiteX2" fmla="*/ 1065556 w 1065821"/>
                <a:gd name="connsiteY2" fmla="*/ 579302 h 1131487"/>
                <a:gd name="connsiteX3" fmla="*/ 1037552 w 1065821"/>
                <a:gd name="connsiteY3" fmla="*/ 593780 h 1131487"/>
                <a:gd name="connsiteX4" fmla="*/ 980974 w 1065821"/>
                <a:gd name="connsiteY4" fmla="*/ 595971 h 1131487"/>
                <a:gd name="connsiteX5" fmla="*/ 955732 w 1065821"/>
                <a:gd name="connsiteY5" fmla="*/ 598257 h 1131487"/>
                <a:gd name="connsiteX6" fmla="*/ 894201 w 1065821"/>
                <a:gd name="connsiteY6" fmla="*/ 779232 h 1131487"/>
                <a:gd name="connsiteX7" fmla="*/ 810571 w 1065821"/>
                <a:gd name="connsiteY7" fmla="*/ 880959 h 1131487"/>
                <a:gd name="connsiteX8" fmla="*/ 788664 w 1065821"/>
                <a:gd name="connsiteY8" fmla="*/ 898961 h 1131487"/>
                <a:gd name="connsiteX9" fmla="*/ 627596 w 1065821"/>
                <a:gd name="connsiteY9" fmla="*/ 971256 h 1131487"/>
                <a:gd name="connsiteX10" fmla="*/ 558254 w 1065821"/>
                <a:gd name="connsiteY10" fmla="*/ 984591 h 1131487"/>
                <a:gd name="connsiteX11" fmla="*/ 557778 w 1065821"/>
                <a:gd name="connsiteY11" fmla="*/ 1017167 h 1131487"/>
                <a:gd name="connsiteX12" fmla="*/ 557778 w 1065821"/>
                <a:gd name="connsiteY12" fmla="*/ 1099082 h 1131487"/>
                <a:gd name="connsiteX13" fmla="*/ 555682 w 1065821"/>
                <a:gd name="connsiteY13" fmla="*/ 1120799 h 1131487"/>
                <a:gd name="connsiteX14" fmla="*/ 541681 w 1065821"/>
                <a:gd name="connsiteY14" fmla="*/ 1131371 h 1131487"/>
                <a:gd name="connsiteX15" fmla="*/ 528060 w 1065821"/>
                <a:gd name="connsiteY15" fmla="*/ 1120132 h 1131487"/>
                <a:gd name="connsiteX16" fmla="*/ 525964 w 1065821"/>
                <a:gd name="connsiteY16" fmla="*/ 1095176 h 1131487"/>
                <a:gd name="connsiteX17" fmla="*/ 525964 w 1065821"/>
                <a:gd name="connsiteY17" fmla="*/ 1007070 h 1131487"/>
                <a:gd name="connsiteX18" fmla="*/ 524060 w 1065821"/>
                <a:gd name="connsiteY18" fmla="*/ 982019 h 1131487"/>
                <a:gd name="connsiteX19" fmla="*/ 510439 w 1065821"/>
                <a:gd name="connsiteY19" fmla="*/ 979733 h 1131487"/>
                <a:gd name="connsiteX20" fmla="*/ 427381 w 1065821"/>
                <a:gd name="connsiteY20" fmla="*/ 963731 h 1131487"/>
                <a:gd name="connsiteX21" fmla="*/ 281458 w 1065821"/>
                <a:gd name="connsiteY21" fmla="*/ 891056 h 1131487"/>
                <a:gd name="connsiteX22" fmla="*/ 172396 w 1065821"/>
                <a:gd name="connsiteY22" fmla="*/ 755896 h 1131487"/>
                <a:gd name="connsiteX23" fmla="*/ 150013 w 1065821"/>
                <a:gd name="connsiteY23" fmla="*/ 700460 h 1131487"/>
                <a:gd name="connsiteX24" fmla="*/ 133439 w 1065821"/>
                <a:gd name="connsiteY24" fmla="*/ 630261 h 1131487"/>
                <a:gd name="connsiteX25" fmla="*/ 129724 w 1065821"/>
                <a:gd name="connsiteY25" fmla="*/ 598352 h 1131487"/>
                <a:gd name="connsiteX26" fmla="*/ 110103 w 1065821"/>
                <a:gd name="connsiteY26" fmla="*/ 595971 h 1131487"/>
                <a:gd name="connsiteX27" fmla="*/ 50381 w 1065821"/>
                <a:gd name="connsiteY27" fmla="*/ 594828 h 1131487"/>
                <a:gd name="connsiteX28" fmla="*/ 25140 w 1065821"/>
                <a:gd name="connsiteY28" fmla="*/ 594161 h 1131487"/>
                <a:gd name="connsiteX29" fmla="*/ -197 w 1065821"/>
                <a:gd name="connsiteY29" fmla="*/ 581779 h 1131487"/>
                <a:gd name="connsiteX30" fmla="*/ 23711 w 1065821"/>
                <a:gd name="connsiteY30" fmla="*/ 568349 h 1131487"/>
                <a:gd name="connsiteX31" fmla="*/ 102388 w 1065821"/>
                <a:gd name="connsiteY31" fmla="*/ 566634 h 1131487"/>
                <a:gd name="connsiteX32" fmla="*/ 131629 w 1065821"/>
                <a:gd name="connsiteY32" fmla="*/ 564824 h 1131487"/>
                <a:gd name="connsiteX33" fmla="*/ 135154 w 1065821"/>
                <a:gd name="connsiteY33" fmla="*/ 545774 h 1131487"/>
                <a:gd name="connsiteX34" fmla="*/ 183541 w 1065821"/>
                <a:gd name="connsiteY34" fmla="*/ 370800 h 1131487"/>
                <a:gd name="connsiteX35" fmla="*/ 198876 w 1065821"/>
                <a:gd name="connsiteY35" fmla="*/ 347369 h 1131487"/>
                <a:gd name="connsiteX36" fmla="*/ 263551 w 1065821"/>
                <a:gd name="connsiteY36" fmla="*/ 278598 h 1131487"/>
                <a:gd name="connsiteX37" fmla="*/ 343656 w 1065821"/>
                <a:gd name="connsiteY37" fmla="*/ 213066 h 1131487"/>
                <a:gd name="connsiteX38" fmla="*/ 529870 w 1065821"/>
                <a:gd name="connsiteY38" fmla="*/ 144581 h 1131487"/>
                <a:gd name="connsiteX39" fmla="*/ 532918 w 1065821"/>
                <a:gd name="connsiteY39" fmla="*/ 124198 h 1131487"/>
                <a:gd name="connsiteX40" fmla="*/ 535680 w 1065821"/>
                <a:gd name="connsiteY40" fmla="*/ 26662 h 1131487"/>
                <a:gd name="connsiteX41" fmla="*/ 536918 w 1065821"/>
                <a:gd name="connsiteY41" fmla="*/ 10946 h 1131487"/>
                <a:gd name="connsiteX42" fmla="*/ 546443 w 1065821"/>
                <a:gd name="connsiteY42" fmla="*/ -8 h 1131487"/>
                <a:gd name="connsiteX43" fmla="*/ 557206 w 1065821"/>
                <a:gd name="connsiteY43" fmla="*/ 12755 h 1131487"/>
                <a:gd name="connsiteX44" fmla="*/ 558159 w 1065821"/>
                <a:gd name="connsiteY44" fmla="*/ 34758 h 1131487"/>
                <a:gd name="connsiteX45" fmla="*/ 559778 w 1065821"/>
                <a:gd name="connsiteY45" fmla="*/ 119721 h 1131487"/>
                <a:gd name="connsiteX46" fmla="*/ 562350 w 1065821"/>
                <a:gd name="connsiteY46" fmla="*/ 144962 h 1131487"/>
                <a:gd name="connsiteX47" fmla="*/ 650170 w 1065821"/>
                <a:gd name="connsiteY47" fmla="*/ 161345 h 1131487"/>
                <a:gd name="connsiteX48" fmla="*/ 857244 w 1065821"/>
                <a:gd name="connsiteY48" fmla="*/ 288790 h 1131487"/>
                <a:gd name="connsiteX49" fmla="*/ 908584 w 1065821"/>
                <a:gd name="connsiteY49" fmla="*/ 370610 h 1131487"/>
                <a:gd name="connsiteX50" fmla="*/ 911822 w 1065821"/>
                <a:gd name="connsiteY50" fmla="*/ 379373 h 1131487"/>
                <a:gd name="connsiteX51" fmla="*/ 954589 w 1065821"/>
                <a:gd name="connsiteY51" fmla="*/ 554918 h 1131487"/>
                <a:gd name="connsiteX52" fmla="*/ 956494 w 1065821"/>
                <a:gd name="connsiteY52" fmla="*/ 563396 h 1131487"/>
                <a:gd name="connsiteX53" fmla="*/ 559207 w 1065821"/>
                <a:gd name="connsiteY53" fmla="*/ 832572 h 1131487"/>
                <a:gd name="connsiteX54" fmla="*/ 570922 w 1065821"/>
                <a:gd name="connsiteY54" fmla="*/ 833429 h 1131487"/>
                <a:gd name="connsiteX55" fmla="*/ 650361 w 1065821"/>
                <a:gd name="connsiteY55" fmla="*/ 815237 h 1131487"/>
                <a:gd name="connsiteX56" fmla="*/ 762089 w 1065821"/>
                <a:gd name="connsiteY56" fmla="*/ 728178 h 1131487"/>
                <a:gd name="connsiteX57" fmla="*/ 805999 w 1065821"/>
                <a:gd name="connsiteY57" fmla="*/ 637691 h 1131487"/>
                <a:gd name="connsiteX58" fmla="*/ 812286 w 1065821"/>
                <a:gd name="connsiteY58" fmla="*/ 597209 h 1131487"/>
                <a:gd name="connsiteX59" fmla="*/ 793998 w 1065821"/>
                <a:gd name="connsiteY59" fmla="*/ 595019 h 1131487"/>
                <a:gd name="connsiteX60" fmla="*/ 746849 w 1065821"/>
                <a:gd name="connsiteY60" fmla="*/ 594542 h 1131487"/>
                <a:gd name="connsiteX61" fmla="*/ 727799 w 1065821"/>
                <a:gd name="connsiteY61" fmla="*/ 593209 h 1131487"/>
                <a:gd name="connsiteX62" fmla="*/ 717227 w 1065821"/>
                <a:gd name="connsiteY62" fmla="*/ 580160 h 1131487"/>
                <a:gd name="connsiteX63" fmla="*/ 726752 w 1065821"/>
                <a:gd name="connsiteY63" fmla="*/ 569492 h 1131487"/>
                <a:gd name="connsiteX64" fmla="*/ 745325 w 1065821"/>
                <a:gd name="connsiteY64" fmla="*/ 567491 h 1131487"/>
                <a:gd name="connsiteX65" fmla="*/ 795617 w 1065821"/>
                <a:gd name="connsiteY65" fmla="*/ 566539 h 1131487"/>
                <a:gd name="connsiteX66" fmla="*/ 812286 w 1065821"/>
                <a:gd name="connsiteY66" fmla="*/ 563586 h 1131487"/>
                <a:gd name="connsiteX67" fmla="*/ 814096 w 1065821"/>
                <a:gd name="connsiteY67" fmla="*/ 555490 h 1131487"/>
                <a:gd name="connsiteX68" fmla="*/ 698843 w 1065821"/>
                <a:gd name="connsiteY68" fmla="*/ 346511 h 1131487"/>
                <a:gd name="connsiteX69" fmla="*/ 632168 w 1065821"/>
                <a:gd name="connsiteY69" fmla="*/ 313079 h 1131487"/>
                <a:gd name="connsiteX70" fmla="*/ 563779 w 1065821"/>
                <a:gd name="connsiteY70" fmla="*/ 303554 h 1131487"/>
                <a:gd name="connsiteX71" fmla="*/ 561874 w 1065821"/>
                <a:gd name="connsiteY71" fmla="*/ 345178 h 1131487"/>
                <a:gd name="connsiteX72" fmla="*/ 559873 w 1065821"/>
                <a:gd name="connsiteY72" fmla="*/ 386040 h 1131487"/>
                <a:gd name="connsiteX73" fmla="*/ 547872 w 1065821"/>
                <a:gd name="connsiteY73" fmla="*/ 406424 h 1131487"/>
                <a:gd name="connsiteX74" fmla="*/ 532441 w 1065821"/>
                <a:gd name="connsiteY74" fmla="*/ 386326 h 1131487"/>
                <a:gd name="connsiteX75" fmla="*/ 530918 w 1065821"/>
                <a:gd name="connsiteY75" fmla="*/ 329747 h 1131487"/>
                <a:gd name="connsiteX76" fmla="*/ 526822 w 1065821"/>
                <a:gd name="connsiteY76" fmla="*/ 298696 h 1131487"/>
                <a:gd name="connsiteX77" fmla="*/ 483578 w 1065821"/>
                <a:gd name="connsiteY77" fmla="*/ 299363 h 1131487"/>
                <a:gd name="connsiteX78" fmla="*/ 353657 w 1065821"/>
                <a:gd name="connsiteY78" fmla="*/ 377182 h 1131487"/>
                <a:gd name="connsiteX79" fmla="*/ 279934 w 1065821"/>
                <a:gd name="connsiteY79" fmla="*/ 531677 h 1131487"/>
                <a:gd name="connsiteX80" fmla="*/ 280505 w 1065821"/>
                <a:gd name="connsiteY80" fmla="*/ 562729 h 1131487"/>
                <a:gd name="connsiteX81" fmla="*/ 317462 w 1065821"/>
                <a:gd name="connsiteY81" fmla="*/ 566253 h 1131487"/>
                <a:gd name="connsiteX82" fmla="*/ 348323 w 1065821"/>
                <a:gd name="connsiteY82" fmla="*/ 570825 h 1131487"/>
                <a:gd name="connsiteX83" fmla="*/ 354610 w 1065821"/>
                <a:gd name="connsiteY83" fmla="*/ 580350 h 1131487"/>
                <a:gd name="connsiteX84" fmla="*/ 348799 w 1065821"/>
                <a:gd name="connsiteY84" fmla="*/ 589875 h 1131487"/>
                <a:gd name="connsiteX85" fmla="*/ 318129 w 1065821"/>
                <a:gd name="connsiteY85" fmla="*/ 594828 h 1131487"/>
                <a:gd name="connsiteX86" fmla="*/ 281839 w 1065821"/>
                <a:gd name="connsiteY86" fmla="*/ 598829 h 1131487"/>
                <a:gd name="connsiteX87" fmla="*/ 282696 w 1065821"/>
                <a:gd name="connsiteY87" fmla="*/ 630452 h 1131487"/>
                <a:gd name="connsiteX88" fmla="*/ 328130 w 1065821"/>
                <a:gd name="connsiteY88" fmla="*/ 726464 h 1131487"/>
                <a:gd name="connsiteX89" fmla="*/ 356705 w 1065821"/>
                <a:gd name="connsiteY89" fmla="*/ 755610 h 1131487"/>
                <a:gd name="connsiteX90" fmla="*/ 410426 w 1065821"/>
                <a:gd name="connsiteY90" fmla="*/ 793710 h 1131487"/>
                <a:gd name="connsiteX91" fmla="*/ 487198 w 1065821"/>
                <a:gd name="connsiteY91" fmla="*/ 829238 h 1131487"/>
                <a:gd name="connsiteX92" fmla="*/ 525298 w 1065821"/>
                <a:gd name="connsiteY92" fmla="*/ 832001 h 1131487"/>
                <a:gd name="connsiteX93" fmla="*/ 527298 w 1065821"/>
                <a:gd name="connsiteY93" fmla="*/ 806283 h 1131487"/>
                <a:gd name="connsiteX94" fmla="*/ 529584 w 1065821"/>
                <a:gd name="connsiteY94" fmla="*/ 718177 h 1131487"/>
                <a:gd name="connsiteX95" fmla="*/ 539776 w 1065821"/>
                <a:gd name="connsiteY95" fmla="*/ 701032 h 1131487"/>
                <a:gd name="connsiteX96" fmla="*/ 553396 w 1065821"/>
                <a:gd name="connsiteY96" fmla="*/ 718367 h 1131487"/>
                <a:gd name="connsiteX97" fmla="*/ 555111 w 1065821"/>
                <a:gd name="connsiteY97" fmla="*/ 796949 h 1131487"/>
                <a:gd name="connsiteX98" fmla="*/ 559207 w 1065821"/>
                <a:gd name="connsiteY98" fmla="*/ 832763 h 1131487"/>
                <a:gd name="connsiteX99" fmla="*/ 842385 w 1065821"/>
                <a:gd name="connsiteY99" fmla="*/ 563396 h 1131487"/>
                <a:gd name="connsiteX100" fmla="*/ 933444 w 1065821"/>
                <a:gd name="connsiteY100" fmla="*/ 562253 h 1131487"/>
                <a:gd name="connsiteX101" fmla="*/ 933444 w 1065821"/>
                <a:gd name="connsiteY101" fmla="*/ 541012 h 1131487"/>
                <a:gd name="connsiteX102" fmla="*/ 880485 w 1065821"/>
                <a:gd name="connsiteY102" fmla="*/ 364609 h 1131487"/>
                <a:gd name="connsiteX103" fmla="*/ 826288 w 1065821"/>
                <a:gd name="connsiteY103" fmla="*/ 292124 h 1131487"/>
                <a:gd name="connsiteX104" fmla="*/ 640550 w 1065821"/>
                <a:gd name="connsiteY104" fmla="*/ 184301 h 1131487"/>
                <a:gd name="connsiteX105" fmla="*/ 604260 w 1065821"/>
                <a:gd name="connsiteY105" fmla="*/ 174204 h 1131487"/>
                <a:gd name="connsiteX106" fmla="*/ 564445 w 1065821"/>
                <a:gd name="connsiteY106" fmla="*/ 172299 h 1131487"/>
                <a:gd name="connsiteX107" fmla="*/ 566350 w 1065821"/>
                <a:gd name="connsiteY107" fmla="*/ 279170 h 1131487"/>
                <a:gd name="connsiteX108" fmla="*/ 648075 w 1065821"/>
                <a:gd name="connsiteY108" fmla="*/ 302696 h 1131487"/>
                <a:gd name="connsiteX109" fmla="*/ 657600 w 1065821"/>
                <a:gd name="connsiteY109" fmla="*/ 304411 h 1131487"/>
                <a:gd name="connsiteX110" fmla="*/ 706082 w 1065821"/>
                <a:gd name="connsiteY110" fmla="*/ 324318 h 1131487"/>
                <a:gd name="connsiteX111" fmla="*/ 821811 w 1065821"/>
                <a:gd name="connsiteY111" fmla="*/ 484910 h 1131487"/>
                <a:gd name="connsiteX112" fmla="*/ 842385 w 1065821"/>
                <a:gd name="connsiteY112" fmla="*/ 563396 h 1131487"/>
                <a:gd name="connsiteX113" fmla="*/ 528727 w 1065821"/>
                <a:gd name="connsiteY113" fmla="*/ 172871 h 1131487"/>
                <a:gd name="connsiteX114" fmla="*/ 489293 w 1065821"/>
                <a:gd name="connsiteY114" fmla="*/ 174585 h 1131487"/>
                <a:gd name="connsiteX115" fmla="*/ 377279 w 1065821"/>
                <a:gd name="connsiteY115" fmla="*/ 214971 h 1131487"/>
                <a:gd name="connsiteX116" fmla="*/ 205829 w 1065821"/>
                <a:gd name="connsiteY116" fmla="*/ 377468 h 1131487"/>
                <a:gd name="connsiteX117" fmla="*/ 180588 w 1065821"/>
                <a:gd name="connsiteY117" fmla="*/ 434618 h 1131487"/>
                <a:gd name="connsiteX118" fmla="*/ 161538 w 1065821"/>
                <a:gd name="connsiteY118" fmla="*/ 552442 h 1131487"/>
                <a:gd name="connsiteX119" fmla="*/ 162871 w 1065821"/>
                <a:gd name="connsiteY119" fmla="*/ 563396 h 1131487"/>
                <a:gd name="connsiteX120" fmla="*/ 258979 w 1065821"/>
                <a:gd name="connsiteY120" fmla="*/ 561300 h 1131487"/>
                <a:gd name="connsiteX121" fmla="*/ 261741 w 1065821"/>
                <a:gd name="connsiteY121" fmla="*/ 534344 h 1131487"/>
                <a:gd name="connsiteX122" fmla="*/ 273743 w 1065821"/>
                <a:gd name="connsiteY122" fmla="*/ 479385 h 1131487"/>
                <a:gd name="connsiteX123" fmla="*/ 321844 w 1065821"/>
                <a:gd name="connsiteY123" fmla="*/ 387659 h 1131487"/>
                <a:gd name="connsiteX124" fmla="*/ 425571 w 1065821"/>
                <a:gd name="connsiteY124" fmla="*/ 304220 h 1131487"/>
                <a:gd name="connsiteX125" fmla="*/ 527869 w 1065821"/>
                <a:gd name="connsiteY125" fmla="*/ 278027 h 1131487"/>
                <a:gd name="connsiteX126" fmla="*/ 528727 w 1065821"/>
                <a:gd name="connsiteY126" fmla="*/ 172871 h 1131487"/>
                <a:gd name="connsiteX127" fmla="*/ 256883 w 1065821"/>
                <a:gd name="connsiteY127" fmla="*/ 599114 h 1131487"/>
                <a:gd name="connsiteX128" fmla="*/ 160300 w 1065821"/>
                <a:gd name="connsiteY128" fmla="*/ 599876 h 1131487"/>
                <a:gd name="connsiteX129" fmla="*/ 157442 w 1065821"/>
                <a:gd name="connsiteY129" fmla="*/ 608258 h 1131487"/>
                <a:gd name="connsiteX130" fmla="*/ 157442 w 1065821"/>
                <a:gd name="connsiteY130" fmla="*/ 633404 h 1131487"/>
                <a:gd name="connsiteX131" fmla="*/ 215449 w 1065821"/>
                <a:gd name="connsiteY131" fmla="*/ 783614 h 1131487"/>
                <a:gd name="connsiteX132" fmla="*/ 232499 w 1065821"/>
                <a:gd name="connsiteY132" fmla="*/ 806093 h 1131487"/>
                <a:gd name="connsiteX133" fmla="*/ 290506 w 1065821"/>
                <a:gd name="connsiteY133" fmla="*/ 863243 h 1131487"/>
                <a:gd name="connsiteX134" fmla="*/ 462623 w 1065821"/>
                <a:gd name="connsiteY134" fmla="*/ 945158 h 1131487"/>
                <a:gd name="connsiteX135" fmla="*/ 525488 w 1065821"/>
                <a:gd name="connsiteY135" fmla="*/ 953825 h 1131487"/>
                <a:gd name="connsiteX136" fmla="*/ 526345 w 1065821"/>
                <a:gd name="connsiteY136" fmla="*/ 902771 h 1131487"/>
                <a:gd name="connsiteX137" fmla="*/ 523678 w 1065821"/>
                <a:gd name="connsiteY137" fmla="*/ 849527 h 1131487"/>
                <a:gd name="connsiteX138" fmla="*/ 457956 w 1065821"/>
                <a:gd name="connsiteY138" fmla="*/ 836954 h 1131487"/>
                <a:gd name="connsiteX139" fmla="*/ 327844 w 1065821"/>
                <a:gd name="connsiteY139" fmla="*/ 756182 h 1131487"/>
                <a:gd name="connsiteX140" fmla="*/ 259550 w 1065821"/>
                <a:gd name="connsiteY140" fmla="*/ 618736 h 1131487"/>
                <a:gd name="connsiteX141" fmla="*/ 256883 w 1065821"/>
                <a:gd name="connsiteY141" fmla="*/ 598924 h 1131487"/>
                <a:gd name="connsiteX142" fmla="*/ 561112 w 1065821"/>
                <a:gd name="connsiteY142" fmla="*/ 956302 h 1131487"/>
                <a:gd name="connsiteX143" fmla="*/ 597973 w 1065821"/>
                <a:gd name="connsiteY143" fmla="*/ 953730 h 1131487"/>
                <a:gd name="connsiteX144" fmla="*/ 737419 w 1065821"/>
                <a:gd name="connsiteY144" fmla="*/ 909344 h 1131487"/>
                <a:gd name="connsiteX145" fmla="*/ 849624 w 1065821"/>
                <a:gd name="connsiteY145" fmla="*/ 802949 h 1131487"/>
                <a:gd name="connsiteX146" fmla="*/ 853339 w 1065821"/>
                <a:gd name="connsiteY146" fmla="*/ 797806 h 1131487"/>
                <a:gd name="connsiteX147" fmla="*/ 904297 w 1065821"/>
                <a:gd name="connsiteY147" fmla="*/ 707795 h 1131487"/>
                <a:gd name="connsiteX148" fmla="*/ 932206 w 1065821"/>
                <a:gd name="connsiteY148" fmla="*/ 618164 h 1131487"/>
                <a:gd name="connsiteX149" fmla="*/ 923728 w 1065821"/>
                <a:gd name="connsiteY149" fmla="*/ 595781 h 1131487"/>
                <a:gd name="connsiteX150" fmla="*/ 883247 w 1065821"/>
                <a:gd name="connsiteY150" fmla="*/ 595781 h 1131487"/>
                <a:gd name="connsiteX151" fmla="*/ 839813 w 1065821"/>
                <a:gd name="connsiteY151" fmla="*/ 598257 h 1131487"/>
                <a:gd name="connsiteX152" fmla="*/ 835241 w 1065821"/>
                <a:gd name="connsiteY152" fmla="*/ 614259 h 1131487"/>
                <a:gd name="connsiteX153" fmla="*/ 735133 w 1065821"/>
                <a:gd name="connsiteY153" fmla="*/ 785709 h 1131487"/>
                <a:gd name="connsiteX154" fmla="*/ 688652 w 1065821"/>
                <a:gd name="connsiteY154" fmla="*/ 817427 h 1131487"/>
                <a:gd name="connsiteX155" fmla="*/ 574352 w 1065821"/>
                <a:gd name="connsiteY155" fmla="*/ 850098 h 1131487"/>
                <a:gd name="connsiteX156" fmla="*/ 559493 w 1065821"/>
                <a:gd name="connsiteY156" fmla="*/ 852765 h 1131487"/>
                <a:gd name="connsiteX157" fmla="*/ 561112 w 1065821"/>
                <a:gd name="connsiteY157" fmla="*/ 956111 h 1131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</a:cxnLst>
              <a:rect l="l" t="t" r="r" b="b"/>
              <a:pathLst>
                <a:path w="1065821" h="1131487">
                  <a:moveTo>
                    <a:pt x="956494" y="563396"/>
                  </a:moveTo>
                  <a:cubicBezTo>
                    <a:pt x="990499" y="570825"/>
                    <a:pt x="1024979" y="560729"/>
                    <a:pt x="1056983" y="573492"/>
                  </a:cubicBezTo>
                  <a:cubicBezTo>
                    <a:pt x="1060012" y="575168"/>
                    <a:pt x="1062879" y="577112"/>
                    <a:pt x="1065556" y="579302"/>
                  </a:cubicBezTo>
                  <a:cubicBezTo>
                    <a:pt x="1059412" y="588713"/>
                    <a:pt x="1048782" y="594209"/>
                    <a:pt x="1037552" y="593780"/>
                  </a:cubicBezTo>
                  <a:cubicBezTo>
                    <a:pt x="1018502" y="594828"/>
                    <a:pt x="999452" y="595114"/>
                    <a:pt x="980974" y="595971"/>
                  </a:cubicBezTo>
                  <a:cubicBezTo>
                    <a:pt x="972782" y="595971"/>
                    <a:pt x="964686" y="597400"/>
                    <a:pt x="955732" y="598257"/>
                  </a:cubicBezTo>
                  <a:cubicBezTo>
                    <a:pt x="953637" y="666170"/>
                    <a:pt x="925538" y="723797"/>
                    <a:pt x="894201" y="779232"/>
                  </a:cubicBezTo>
                  <a:cubicBezTo>
                    <a:pt x="872865" y="818027"/>
                    <a:pt x="844509" y="852527"/>
                    <a:pt x="810571" y="880959"/>
                  </a:cubicBezTo>
                  <a:cubicBezTo>
                    <a:pt x="803237" y="886960"/>
                    <a:pt x="795712" y="892675"/>
                    <a:pt x="788664" y="898961"/>
                  </a:cubicBezTo>
                  <a:cubicBezTo>
                    <a:pt x="743458" y="938690"/>
                    <a:pt x="687327" y="963884"/>
                    <a:pt x="627596" y="971256"/>
                  </a:cubicBezTo>
                  <a:cubicBezTo>
                    <a:pt x="604927" y="974590"/>
                    <a:pt x="582543" y="979829"/>
                    <a:pt x="558254" y="984591"/>
                  </a:cubicBezTo>
                  <a:cubicBezTo>
                    <a:pt x="558254" y="996497"/>
                    <a:pt x="557778" y="1006880"/>
                    <a:pt x="557778" y="1017167"/>
                  </a:cubicBezTo>
                  <a:cubicBezTo>
                    <a:pt x="557778" y="1044503"/>
                    <a:pt x="557778" y="1071745"/>
                    <a:pt x="557778" y="1099082"/>
                  </a:cubicBezTo>
                  <a:cubicBezTo>
                    <a:pt x="557902" y="1106378"/>
                    <a:pt x="557197" y="1113664"/>
                    <a:pt x="555682" y="1120799"/>
                  </a:cubicBezTo>
                  <a:cubicBezTo>
                    <a:pt x="554206" y="1127257"/>
                    <a:pt x="548301" y="1131724"/>
                    <a:pt x="541681" y="1131371"/>
                  </a:cubicBezTo>
                  <a:cubicBezTo>
                    <a:pt x="535023" y="1131400"/>
                    <a:pt x="529298" y="1126666"/>
                    <a:pt x="528060" y="1120132"/>
                  </a:cubicBezTo>
                  <a:cubicBezTo>
                    <a:pt x="526498" y="1111912"/>
                    <a:pt x="525793" y="1103549"/>
                    <a:pt x="525964" y="1095176"/>
                  </a:cubicBezTo>
                  <a:cubicBezTo>
                    <a:pt x="525964" y="1065839"/>
                    <a:pt x="525964" y="1036407"/>
                    <a:pt x="525964" y="1007070"/>
                  </a:cubicBezTo>
                  <a:cubicBezTo>
                    <a:pt x="525964" y="998974"/>
                    <a:pt x="524726" y="990782"/>
                    <a:pt x="524060" y="982019"/>
                  </a:cubicBezTo>
                  <a:cubicBezTo>
                    <a:pt x="519583" y="980924"/>
                    <a:pt x="515030" y="980162"/>
                    <a:pt x="510439" y="979733"/>
                  </a:cubicBezTo>
                  <a:cubicBezTo>
                    <a:pt x="482035" y="979248"/>
                    <a:pt x="453936" y="973828"/>
                    <a:pt x="427381" y="963731"/>
                  </a:cubicBezTo>
                  <a:cubicBezTo>
                    <a:pt x="375536" y="946548"/>
                    <a:pt x="326406" y="922078"/>
                    <a:pt x="281458" y="891056"/>
                  </a:cubicBezTo>
                  <a:cubicBezTo>
                    <a:pt x="232499" y="857823"/>
                    <a:pt x="194533" y="810769"/>
                    <a:pt x="172396" y="755896"/>
                  </a:cubicBezTo>
                  <a:cubicBezTo>
                    <a:pt x="165062" y="736846"/>
                    <a:pt x="157252" y="719034"/>
                    <a:pt x="150013" y="700460"/>
                  </a:cubicBezTo>
                  <a:cubicBezTo>
                    <a:pt x="141078" y="678000"/>
                    <a:pt x="135497" y="654350"/>
                    <a:pt x="133439" y="630261"/>
                  </a:cubicBezTo>
                  <a:cubicBezTo>
                    <a:pt x="132677" y="619974"/>
                    <a:pt x="131058" y="609782"/>
                    <a:pt x="129724" y="598352"/>
                  </a:cubicBezTo>
                  <a:cubicBezTo>
                    <a:pt x="123228" y="597219"/>
                    <a:pt x="116685" y="596428"/>
                    <a:pt x="110103" y="595971"/>
                  </a:cubicBezTo>
                  <a:cubicBezTo>
                    <a:pt x="90196" y="595400"/>
                    <a:pt x="70288" y="595209"/>
                    <a:pt x="50381" y="594828"/>
                  </a:cubicBezTo>
                  <a:cubicBezTo>
                    <a:pt x="41904" y="594828"/>
                    <a:pt x="33522" y="594828"/>
                    <a:pt x="25140" y="594161"/>
                  </a:cubicBezTo>
                  <a:cubicBezTo>
                    <a:pt x="6947" y="593304"/>
                    <a:pt x="661" y="590161"/>
                    <a:pt x="-197" y="581779"/>
                  </a:cubicBezTo>
                  <a:cubicBezTo>
                    <a:pt x="-1054" y="573397"/>
                    <a:pt x="5995" y="568920"/>
                    <a:pt x="23711" y="568349"/>
                  </a:cubicBezTo>
                  <a:cubicBezTo>
                    <a:pt x="50000" y="567491"/>
                    <a:pt x="76194" y="567301"/>
                    <a:pt x="102388" y="566634"/>
                  </a:cubicBezTo>
                  <a:cubicBezTo>
                    <a:pt x="111913" y="566634"/>
                    <a:pt x="120961" y="565491"/>
                    <a:pt x="131629" y="564824"/>
                  </a:cubicBezTo>
                  <a:cubicBezTo>
                    <a:pt x="133153" y="558547"/>
                    <a:pt x="134334" y="552185"/>
                    <a:pt x="135154" y="545774"/>
                  </a:cubicBezTo>
                  <a:cubicBezTo>
                    <a:pt x="139059" y="484052"/>
                    <a:pt x="159919" y="426998"/>
                    <a:pt x="183541" y="370800"/>
                  </a:cubicBezTo>
                  <a:cubicBezTo>
                    <a:pt x="187313" y="362190"/>
                    <a:pt x="192494" y="354274"/>
                    <a:pt x="198876" y="347369"/>
                  </a:cubicBezTo>
                  <a:cubicBezTo>
                    <a:pt x="220021" y="324128"/>
                    <a:pt x="242215" y="301839"/>
                    <a:pt x="263551" y="278598"/>
                  </a:cubicBezTo>
                  <a:cubicBezTo>
                    <a:pt x="287001" y="253062"/>
                    <a:pt x="313976" y="230992"/>
                    <a:pt x="343656" y="213066"/>
                  </a:cubicBezTo>
                  <a:cubicBezTo>
                    <a:pt x="400806" y="178586"/>
                    <a:pt x="461004" y="152582"/>
                    <a:pt x="529870" y="144581"/>
                  </a:cubicBezTo>
                  <a:cubicBezTo>
                    <a:pt x="531289" y="137857"/>
                    <a:pt x="532308" y="131046"/>
                    <a:pt x="532918" y="124198"/>
                  </a:cubicBezTo>
                  <a:cubicBezTo>
                    <a:pt x="534061" y="91718"/>
                    <a:pt x="534727" y="59142"/>
                    <a:pt x="535680" y="26662"/>
                  </a:cubicBezTo>
                  <a:cubicBezTo>
                    <a:pt x="535680" y="21423"/>
                    <a:pt x="536252" y="16184"/>
                    <a:pt x="536918" y="10946"/>
                  </a:cubicBezTo>
                  <a:cubicBezTo>
                    <a:pt x="537585" y="5707"/>
                    <a:pt x="539871" y="849"/>
                    <a:pt x="546443" y="-8"/>
                  </a:cubicBezTo>
                  <a:cubicBezTo>
                    <a:pt x="553015" y="-865"/>
                    <a:pt x="555968" y="4564"/>
                    <a:pt x="557206" y="12755"/>
                  </a:cubicBezTo>
                  <a:cubicBezTo>
                    <a:pt x="558445" y="20947"/>
                    <a:pt x="558064" y="27424"/>
                    <a:pt x="558159" y="34758"/>
                  </a:cubicBezTo>
                  <a:cubicBezTo>
                    <a:pt x="558730" y="63333"/>
                    <a:pt x="559016" y="91432"/>
                    <a:pt x="559778" y="119721"/>
                  </a:cubicBezTo>
                  <a:cubicBezTo>
                    <a:pt x="559778" y="127817"/>
                    <a:pt x="561397" y="135914"/>
                    <a:pt x="562350" y="144962"/>
                  </a:cubicBezTo>
                  <a:cubicBezTo>
                    <a:pt x="592325" y="145591"/>
                    <a:pt x="621986" y="151125"/>
                    <a:pt x="650170" y="161345"/>
                  </a:cubicBezTo>
                  <a:cubicBezTo>
                    <a:pt x="728180" y="188968"/>
                    <a:pt x="799141" y="228592"/>
                    <a:pt x="857244" y="288790"/>
                  </a:cubicBezTo>
                  <a:cubicBezTo>
                    <a:pt x="880780" y="311459"/>
                    <a:pt x="898411" y="339548"/>
                    <a:pt x="908584" y="370610"/>
                  </a:cubicBezTo>
                  <a:cubicBezTo>
                    <a:pt x="909365" y="373629"/>
                    <a:pt x="910450" y="376572"/>
                    <a:pt x="911822" y="379373"/>
                  </a:cubicBezTo>
                  <a:cubicBezTo>
                    <a:pt x="939968" y="433608"/>
                    <a:pt x="954637" y="493816"/>
                    <a:pt x="954589" y="554918"/>
                  </a:cubicBezTo>
                  <a:cubicBezTo>
                    <a:pt x="954989" y="557795"/>
                    <a:pt x="955628" y="560624"/>
                    <a:pt x="956494" y="563396"/>
                  </a:cubicBezTo>
                  <a:close/>
                  <a:moveTo>
                    <a:pt x="559207" y="832572"/>
                  </a:moveTo>
                  <a:cubicBezTo>
                    <a:pt x="563045" y="833420"/>
                    <a:pt x="566998" y="833715"/>
                    <a:pt x="570922" y="833429"/>
                  </a:cubicBezTo>
                  <a:cubicBezTo>
                    <a:pt x="597726" y="828876"/>
                    <a:pt x="624243" y="822799"/>
                    <a:pt x="650361" y="815237"/>
                  </a:cubicBezTo>
                  <a:cubicBezTo>
                    <a:pt x="697014" y="800892"/>
                    <a:pt x="736772" y="769907"/>
                    <a:pt x="762089" y="728178"/>
                  </a:cubicBezTo>
                  <a:cubicBezTo>
                    <a:pt x="778568" y="698946"/>
                    <a:pt x="793236" y="668723"/>
                    <a:pt x="805999" y="637691"/>
                  </a:cubicBezTo>
                  <a:cubicBezTo>
                    <a:pt x="813029" y="625442"/>
                    <a:pt x="815267" y="611021"/>
                    <a:pt x="812286" y="597209"/>
                  </a:cubicBezTo>
                  <a:cubicBezTo>
                    <a:pt x="806190" y="596447"/>
                    <a:pt x="800094" y="595209"/>
                    <a:pt x="793998" y="595019"/>
                  </a:cubicBezTo>
                  <a:cubicBezTo>
                    <a:pt x="778282" y="595019"/>
                    <a:pt x="762565" y="595019"/>
                    <a:pt x="746849" y="594542"/>
                  </a:cubicBezTo>
                  <a:cubicBezTo>
                    <a:pt x="740477" y="594533"/>
                    <a:pt x="734114" y="594095"/>
                    <a:pt x="727799" y="593209"/>
                  </a:cubicBezTo>
                  <a:cubicBezTo>
                    <a:pt x="721322" y="592256"/>
                    <a:pt x="715226" y="585303"/>
                    <a:pt x="717227" y="580160"/>
                  </a:cubicBezTo>
                  <a:cubicBezTo>
                    <a:pt x="718951" y="575530"/>
                    <a:pt x="722351" y="571720"/>
                    <a:pt x="726752" y="569492"/>
                  </a:cubicBezTo>
                  <a:cubicBezTo>
                    <a:pt x="732800" y="567853"/>
                    <a:pt x="739067" y="567177"/>
                    <a:pt x="745325" y="567491"/>
                  </a:cubicBezTo>
                  <a:cubicBezTo>
                    <a:pt x="762089" y="567491"/>
                    <a:pt x="778853" y="567491"/>
                    <a:pt x="795617" y="566539"/>
                  </a:cubicBezTo>
                  <a:cubicBezTo>
                    <a:pt x="801237" y="565958"/>
                    <a:pt x="806809" y="564967"/>
                    <a:pt x="812286" y="563586"/>
                  </a:cubicBezTo>
                  <a:cubicBezTo>
                    <a:pt x="813210" y="560967"/>
                    <a:pt x="813819" y="558252"/>
                    <a:pt x="814096" y="555490"/>
                  </a:cubicBezTo>
                  <a:cubicBezTo>
                    <a:pt x="803047" y="470813"/>
                    <a:pt x="767233" y="399851"/>
                    <a:pt x="698843" y="346511"/>
                  </a:cubicBezTo>
                  <a:cubicBezTo>
                    <a:pt x="679669" y="330109"/>
                    <a:pt x="656781" y="318632"/>
                    <a:pt x="632168" y="313079"/>
                  </a:cubicBezTo>
                  <a:cubicBezTo>
                    <a:pt x="609975" y="309078"/>
                    <a:pt x="588068" y="300791"/>
                    <a:pt x="563779" y="303554"/>
                  </a:cubicBezTo>
                  <a:cubicBezTo>
                    <a:pt x="561931" y="317346"/>
                    <a:pt x="561293" y="331271"/>
                    <a:pt x="561874" y="345178"/>
                  </a:cubicBezTo>
                  <a:cubicBezTo>
                    <a:pt x="561397" y="358799"/>
                    <a:pt x="561874" y="372515"/>
                    <a:pt x="559873" y="386040"/>
                  </a:cubicBezTo>
                  <a:cubicBezTo>
                    <a:pt x="558921" y="393946"/>
                    <a:pt x="557683" y="403280"/>
                    <a:pt x="547872" y="406424"/>
                  </a:cubicBezTo>
                  <a:cubicBezTo>
                    <a:pt x="541204" y="408424"/>
                    <a:pt x="533394" y="399566"/>
                    <a:pt x="532441" y="386326"/>
                  </a:cubicBezTo>
                  <a:cubicBezTo>
                    <a:pt x="531013" y="367276"/>
                    <a:pt x="531584" y="348226"/>
                    <a:pt x="530918" y="329747"/>
                  </a:cubicBezTo>
                  <a:cubicBezTo>
                    <a:pt x="530441" y="319556"/>
                    <a:pt x="533489" y="308792"/>
                    <a:pt x="526822" y="298696"/>
                  </a:cubicBezTo>
                  <a:cubicBezTo>
                    <a:pt x="512553" y="295534"/>
                    <a:pt x="497742" y="295762"/>
                    <a:pt x="483578" y="299363"/>
                  </a:cubicBezTo>
                  <a:cubicBezTo>
                    <a:pt x="432667" y="309735"/>
                    <a:pt x="386833" y="337196"/>
                    <a:pt x="353657" y="377182"/>
                  </a:cubicBezTo>
                  <a:cubicBezTo>
                    <a:pt x="315767" y="421197"/>
                    <a:pt x="290316" y="474537"/>
                    <a:pt x="279934" y="531677"/>
                  </a:cubicBezTo>
                  <a:cubicBezTo>
                    <a:pt x="276505" y="541783"/>
                    <a:pt x="276705" y="552756"/>
                    <a:pt x="280505" y="562729"/>
                  </a:cubicBezTo>
                  <a:cubicBezTo>
                    <a:pt x="292316" y="568444"/>
                    <a:pt x="305175" y="564920"/>
                    <a:pt x="317462" y="566253"/>
                  </a:cubicBezTo>
                  <a:cubicBezTo>
                    <a:pt x="327835" y="567101"/>
                    <a:pt x="338151" y="568625"/>
                    <a:pt x="348323" y="570825"/>
                  </a:cubicBezTo>
                  <a:cubicBezTo>
                    <a:pt x="351895" y="572740"/>
                    <a:pt x="354257" y="576321"/>
                    <a:pt x="354610" y="580350"/>
                  </a:cubicBezTo>
                  <a:cubicBezTo>
                    <a:pt x="354410" y="584303"/>
                    <a:pt x="352219" y="587884"/>
                    <a:pt x="348799" y="589875"/>
                  </a:cubicBezTo>
                  <a:cubicBezTo>
                    <a:pt x="338674" y="592104"/>
                    <a:pt x="328435" y="593761"/>
                    <a:pt x="318129" y="594828"/>
                  </a:cubicBezTo>
                  <a:cubicBezTo>
                    <a:pt x="305937" y="596543"/>
                    <a:pt x="293078" y="592542"/>
                    <a:pt x="281839" y="598829"/>
                  </a:cubicBezTo>
                  <a:cubicBezTo>
                    <a:pt x="278514" y="609163"/>
                    <a:pt x="278819" y="620317"/>
                    <a:pt x="282696" y="630452"/>
                  </a:cubicBezTo>
                  <a:cubicBezTo>
                    <a:pt x="291373" y="665132"/>
                    <a:pt x="306813" y="697755"/>
                    <a:pt x="328130" y="726464"/>
                  </a:cubicBezTo>
                  <a:cubicBezTo>
                    <a:pt x="336465" y="737284"/>
                    <a:pt x="346056" y="747066"/>
                    <a:pt x="356705" y="755610"/>
                  </a:cubicBezTo>
                  <a:cubicBezTo>
                    <a:pt x="373945" y="769231"/>
                    <a:pt x="392233" y="781423"/>
                    <a:pt x="410426" y="793710"/>
                  </a:cubicBezTo>
                  <a:cubicBezTo>
                    <a:pt x="434267" y="809017"/>
                    <a:pt x="460099" y="820971"/>
                    <a:pt x="487198" y="829238"/>
                  </a:cubicBezTo>
                  <a:cubicBezTo>
                    <a:pt x="499542" y="832924"/>
                    <a:pt x="512544" y="833867"/>
                    <a:pt x="525298" y="832001"/>
                  </a:cubicBezTo>
                  <a:cubicBezTo>
                    <a:pt x="526060" y="822476"/>
                    <a:pt x="527107" y="814475"/>
                    <a:pt x="527298" y="806283"/>
                  </a:cubicBezTo>
                  <a:cubicBezTo>
                    <a:pt x="528155" y="776946"/>
                    <a:pt x="528631" y="747609"/>
                    <a:pt x="529584" y="718177"/>
                  </a:cubicBezTo>
                  <a:cubicBezTo>
                    <a:pt x="529584" y="711033"/>
                    <a:pt x="530346" y="702937"/>
                    <a:pt x="539776" y="701032"/>
                  </a:cubicBezTo>
                  <a:cubicBezTo>
                    <a:pt x="547015" y="699508"/>
                    <a:pt x="553015" y="706271"/>
                    <a:pt x="553396" y="718367"/>
                  </a:cubicBezTo>
                  <a:cubicBezTo>
                    <a:pt x="554444" y="744561"/>
                    <a:pt x="554349" y="770755"/>
                    <a:pt x="555111" y="796949"/>
                  </a:cubicBezTo>
                  <a:cubicBezTo>
                    <a:pt x="553834" y="809045"/>
                    <a:pt x="555235" y="821266"/>
                    <a:pt x="559207" y="832763"/>
                  </a:cubicBezTo>
                  <a:close/>
                  <a:moveTo>
                    <a:pt x="842385" y="563396"/>
                  </a:moveTo>
                  <a:cubicBezTo>
                    <a:pt x="872589" y="568082"/>
                    <a:pt x="903364" y="567691"/>
                    <a:pt x="933444" y="562253"/>
                  </a:cubicBezTo>
                  <a:cubicBezTo>
                    <a:pt x="934111" y="555185"/>
                    <a:pt x="934111" y="548079"/>
                    <a:pt x="933444" y="541012"/>
                  </a:cubicBezTo>
                  <a:cubicBezTo>
                    <a:pt x="921728" y="480433"/>
                    <a:pt x="912108" y="419568"/>
                    <a:pt x="880485" y="364609"/>
                  </a:cubicBezTo>
                  <a:cubicBezTo>
                    <a:pt x="865902" y="338034"/>
                    <a:pt x="847662" y="313631"/>
                    <a:pt x="826288" y="292124"/>
                  </a:cubicBezTo>
                  <a:cubicBezTo>
                    <a:pt x="773329" y="240593"/>
                    <a:pt x="709797" y="207637"/>
                    <a:pt x="640550" y="184301"/>
                  </a:cubicBezTo>
                  <a:cubicBezTo>
                    <a:pt x="628644" y="180300"/>
                    <a:pt x="616452" y="177157"/>
                    <a:pt x="604260" y="174204"/>
                  </a:cubicBezTo>
                  <a:cubicBezTo>
                    <a:pt x="591382" y="170108"/>
                    <a:pt x="577657" y="169451"/>
                    <a:pt x="564445" y="172299"/>
                  </a:cubicBezTo>
                  <a:cubicBezTo>
                    <a:pt x="559235" y="207789"/>
                    <a:pt x="559883" y="243889"/>
                    <a:pt x="566350" y="279170"/>
                  </a:cubicBezTo>
                  <a:lnTo>
                    <a:pt x="648075" y="302696"/>
                  </a:lnTo>
                  <a:cubicBezTo>
                    <a:pt x="651161" y="303668"/>
                    <a:pt x="654361" y="304249"/>
                    <a:pt x="657600" y="304411"/>
                  </a:cubicBezTo>
                  <a:cubicBezTo>
                    <a:pt x="675555" y="305354"/>
                    <a:pt x="692642" y="312374"/>
                    <a:pt x="706082" y="324318"/>
                  </a:cubicBezTo>
                  <a:cubicBezTo>
                    <a:pt x="759422" y="367085"/>
                    <a:pt x="801904" y="418044"/>
                    <a:pt x="821811" y="484910"/>
                  </a:cubicBezTo>
                  <a:cubicBezTo>
                    <a:pt x="828955" y="511008"/>
                    <a:pt x="835336" y="537392"/>
                    <a:pt x="842385" y="563396"/>
                  </a:cubicBezTo>
                  <a:close/>
                  <a:moveTo>
                    <a:pt x="528727" y="172871"/>
                  </a:moveTo>
                  <a:cubicBezTo>
                    <a:pt x="515582" y="171261"/>
                    <a:pt x="502257" y="171842"/>
                    <a:pt x="489293" y="174585"/>
                  </a:cubicBezTo>
                  <a:cubicBezTo>
                    <a:pt x="450060" y="182053"/>
                    <a:pt x="412255" y="195683"/>
                    <a:pt x="377279" y="214971"/>
                  </a:cubicBezTo>
                  <a:cubicBezTo>
                    <a:pt x="307194" y="253614"/>
                    <a:pt x="248168" y="309554"/>
                    <a:pt x="205829" y="377468"/>
                  </a:cubicBezTo>
                  <a:cubicBezTo>
                    <a:pt x="193742" y="394670"/>
                    <a:pt x="185160" y="414091"/>
                    <a:pt x="180588" y="434618"/>
                  </a:cubicBezTo>
                  <a:cubicBezTo>
                    <a:pt x="173349" y="473765"/>
                    <a:pt x="167348" y="513104"/>
                    <a:pt x="161538" y="552442"/>
                  </a:cubicBezTo>
                  <a:cubicBezTo>
                    <a:pt x="161424" y="556138"/>
                    <a:pt x="161871" y="559833"/>
                    <a:pt x="162871" y="563396"/>
                  </a:cubicBezTo>
                  <a:cubicBezTo>
                    <a:pt x="194761" y="568663"/>
                    <a:pt x="227346" y="567958"/>
                    <a:pt x="258979" y="561300"/>
                  </a:cubicBezTo>
                  <a:cubicBezTo>
                    <a:pt x="259836" y="552728"/>
                    <a:pt x="260027" y="543393"/>
                    <a:pt x="261741" y="534344"/>
                  </a:cubicBezTo>
                  <a:cubicBezTo>
                    <a:pt x="264160" y="515713"/>
                    <a:pt x="268180" y="497330"/>
                    <a:pt x="273743" y="479385"/>
                  </a:cubicBezTo>
                  <a:cubicBezTo>
                    <a:pt x="285963" y="446952"/>
                    <a:pt x="302117" y="416149"/>
                    <a:pt x="321844" y="387659"/>
                  </a:cubicBezTo>
                  <a:cubicBezTo>
                    <a:pt x="346923" y="349759"/>
                    <a:pt x="383175" y="320603"/>
                    <a:pt x="425571" y="304220"/>
                  </a:cubicBezTo>
                  <a:cubicBezTo>
                    <a:pt x="459004" y="291647"/>
                    <a:pt x="492246" y="279646"/>
                    <a:pt x="527869" y="278027"/>
                  </a:cubicBezTo>
                  <a:cubicBezTo>
                    <a:pt x="533527" y="243222"/>
                    <a:pt x="533823" y="207761"/>
                    <a:pt x="528727" y="172871"/>
                  </a:cubicBezTo>
                  <a:close/>
                  <a:moveTo>
                    <a:pt x="256883" y="599114"/>
                  </a:moveTo>
                  <a:cubicBezTo>
                    <a:pt x="224822" y="594685"/>
                    <a:pt x="192285" y="594942"/>
                    <a:pt x="160300" y="599876"/>
                  </a:cubicBezTo>
                  <a:cubicBezTo>
                    <a:pt x="158985" y="602534"/>
                    <a:pt x="158023" y="605353"/>
                    <a:pt x="157442" y="608258"/>
                  </a:cubicBezTo>
                  <a:cubicBezTo>
                    <a:pt x="156823" y="616631"/>
                    <a:pt x="156823" y="625032"/>
                    <a:pt x="157442" y="633404"/>
                  </a:cubicBezTo>
                  <a:cubicBezTo>
                    <a:pt x="161767" y="688049"/>
                    <a:pt x="181931" y="740246"/>
                    <a:pt x="215449" y="783614"/>
                  </a:cubicBezTo>
                  <a:cubicBezTo>
                    <a:pt x="221355" y="790948"/>
                    <a:pt x="226975" y="798568"/>
                    <a:pt x="232499" y="806093"/>
                  </a:cubicBezTo>
                  <a:cubicBezTo>
                    <a:pt x="248701" y="828086"/>
                    <a:pt x="268275" y="847374"/>
                    <a:pt x="290506" y="863243"/>
                  </a:cubicBezTo>
                  <a:cubicBezTo>
                    <a:pt x="342570" y="900523"/>
                    <a:pt x="400853" y="928260"/>
                    <a:pt x="462623" y="945158"/>
                  </a:cubicBezTo>
                  <a:cubicBezTo>
                    <a:pt x="482816" y="952092"/>
                    <a:pt x="504171" y="955035"/>
                    <a:pt x="525488" y="953825"/>
                  </a:cubicBezTo>
                  <a:cubicBezTo>
                    <a:pt x="525488" y="936014"/>
                    <a:pt x="526631" y="919345"/>
                    <a:pt x="526345" y="902771"/>
                  </a:cubicBezTo>
                  <a:cubicBezTo>
                    <a:pt x="526060" y="886198"/>
                    <a:pt x="529774" y="867719"/>
                    <a:pt x="523678" y="849527"/>
                  </a:cubicBezTo>
                  <a:cubicBezTo>
                    <a:pt x="501228" y="848974"/>
                    <a:pt x="479025" y="844726"/>
                    <a:pt x="457956" y="836954"/>
                  </a:cubicBezTo>
                  <a:cubicBezTo>
                    <a:pt x="410064" y="818113"/>
                    <a:pt x="365983" y="790748"/>
                    <a:pt x="327844" y="756182"/>
                  </a:cubicBezTo>
                  <a:cubicBezTo>
                    <a:pt x="288182" y="720911"/>
                    <a:pt x="263703" y="671657"/>
                    <a:pt x="259550" y="618736"/>
                  </a:cubicBezTo>
                  <a:cubicBezTo>
                    <a:pt x="259074" y="612640"/>
                    <a:pt x="258121" y="606544"/>
                    <a:pt x="256883" y="598924"/>
                  </a:cubicBezTo>
                  <a:close/>
                  <a:moveTo>
                    <a:pt x="561112" y="956302"/>
                  </a:moveTo>
                  <a:cubicBezTo>
                    <a:pt x="573685" y="960493"/>
                    <a:pt x="585686" y="954111"/>
                    <a:pt x="597973" y="953730"/>
                  </a:cubicBezTo>
                  <a:cubicBezTo>
                    <a:pt x="648646" y="951920"/>
                    <a:pt x="694081" y="933347"/>
                    <a:pt x="737419" y="909344"/>
                  </a:cubicBezTo>
                  <a:cubicBezTo>
                    <a:pt x="783806" y="883626"/>
                    <a:pt x="825526" y="852194"/>
                    <a:pt x="849624" y="802949"/>
                  </a:cubicBezTo>
                  <a:cubicBezTo>
                    <a:pt x="850634" y="801082"/>
                    <a:pt x="851881" y="799349"/>
                    <a:pt x="853339" y="797806"/>
                  </a:cubicBezTo>
                  <a:cubicBezTo>
                    <a:pt x="874332" y="770250"/>
                    <a:pt x="891467" y="739970"/>
                    <a:pt x="904297" y="707795"/>
                  </a:cubicBezTo>
                  <a:cubicBezTo>
                    <a:pt x="918128" y="679524"/>
                    <a:pt x="927548" y="649292"/>
                    <a:pt x="932206" y="618164"/>
                  </a:cubicBezTo>
                  <a:cubicBezTo>
                    <a:pt x="934720" y="609649"/>
                    <a:pt x="931253" y="600496"/>
                    <a:pt x="923728" y="595781"/>
                  </a:cubicBezTo>
                  <a:cubicBezTo>
                    <a:pt x="912394" y="595781"/>
                    <a:pt x="897820" y="595781"/>
                    <a:pt x="883247" y="595781"/>
                  </a:cubicBezTo>
                  <a:cubicBezTo>
                    <a:pt x="868674" y="595781"/>
                    <a:pt x="854672" y="593304"/>
                    <a:pt x="839813" y="598257"/>
                  </a:cubicBezTo>
                  <a:cubicBezTo>
                    <a:pt x="838099" y="604353"/>
                    <a:pt x="836479" y="609306"/>
                    <a:pt x="835241" y="614259"/>
                  </a:cubicBezTo>
                  <a:cubicBezTo>
                    <a:pt x="818677" y="679696"/>
                    <a:pt x="783978" y="739122"/>
                    <a:pt x="735133" y="785709"/>
                  </a:cubicBezTo>
                  <a:cubicBezTo>
                    <a:pt x="721808" y="799149"/>
                    <a:pt x="706025" y="809922"/>
                    <a:pt x="688652" y="817427"/>
                  </a:cubicBezTo>
                  <a:cubicBezTo>
                    <a:pt x="652485" y="834201"/>
                    <a:pt x="613918" y="845231"/>
                    <a:pt x="574352" y="850098"/>
                  </a:cubicBezTo>
                  <a:cubicBezTo>
                    <a:pt x="569208" y="850098"/>
                    <a:pt x="564255" y="851908"/>
                    <a:pt x="559493" y="852765"/>
                  </a:cubicBezTo>
                  <a:cubicBezTo>
                    <a:pt x="554882" y="887103"/>
                    <a:pt x="555435" y="921936"/>
                    <a:pt x="561112" y="956111"/>
                  </a:cubicBezTo>
                  <a:close/>
                </a:path>
              </a:pathLst>
            </a:custGeom>
            <a:solidFill>
              <a:srgbClr val="1D26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  <p:sp>
          <p:nvSpPr>
            <p:cNvPr id="149" name="צורה חופשית: צורה 148">
              <a:extLst>
                <a:ext uri="{FF2B5EF4-FFF2-40B4-BE49-F238E27FC236}">
                  <a16:creationId xmlns:a16="http://schemas.microsoft.com/office/drawing/2014/main" id="{D96DC6C5-EC9B-4550-6002-F42854707306}"/>
                </a:ext>
              </a:extLst>
            </p:cNvPr>
            <p:cNvSpPr/>
            <p:nvPr/>
          </p:nvSpPr>
          <p:spPr>
            <a:xfrm>
              <a:off x="2261376" y="3986848"/>
              <a:ext cx="63036" cy="52022"/>
            </a:xfrm>
            <a:custGeom>
              <a:avLst/>
              <a:gdLst>
                <a:gd name="connsiteX0" fmla="*/ 28003 w 63036"/>
                <a:gd name="connsiteY0" fmla="*/ 51654 h 52022"/>
                <a:gd name="connsiteX1" fmla="*/ 190 w 63036"/>
                <a:gd name="connsiteY1" fmla="*/ 32127 h 52022"/>
                <a:gd name="connsiteX2" fmla="*/ 20574 w 63036"/>
                <a:gd name="connsiteY2" fmla="*/ 1647 h 52022"/>
                <a:gd name="connsiteX3" fmla="*/ 56102 w 63036"/>
                <a:gd name="connsiteY3" fmla="*/ 8029 h 52022"/>
                <a:gd name="connsiteX4" fmla="*/ 61627 w 63036"/>
                <a:gd name="connsiteY4" fmla="*/ 27555 h 52022"/>
                <a:gd name="connsiteX5" fmla="*/ 28003 w 63036"/>
                <a:gd name="connsiteY5" fmla="*/ 51654 h 520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63036" h="52022">
                  <a:moveTo>
                    <a:pt x="28003" y="51654"/>
                  </a:moveTo>
                  <a:cubicBezTo>
                    <a:pt x="15011" y="53587"/>
                    <a:pt x="2781" y="45005"/>
                    <a:pt x="190" y="32127"/>
                  </a:cubicBezTo>
                  <a:cubicBezTo>
                    <a:pt x="-2448" y="18116"/>
                    <a:pt x="6620" y="4562"/>
                    <a:pt x="20574" y="1647"/>
                  </a:cubicBezTo>
                  <a:cubicBezTo>
                    <a:pt x="32747" y="-2105"/>
                    <a:pt x="45996" y="276"/>
                    <a:pt x="56102" y="8029"/>
                  </a:cubicBezTo>
                  <a:cubicBezTo>
                    <a:pt x="62094" y="12573"/>
                    <a:pt x="64351" y="20545"/>
                    <a:pt x="61627" y="27555"/>
                  </a:cubicBezTo>
                  <a:cubicBezTo>
                    <a:pt x="54293" y="40795"/>
                    <a:pt x="44768" y="51463"/>
                    <a:pt x="28003" y="51654"/>
                  </a:cubicBezTo>
                  <a:close/>
                </a:path>
              </a:pathLst>
            </a:custGeom>
            <a:solidFill>
              <a:srgbClr val="1D262D"/>
            </a:solidFill>
            <a:ln w="9525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en-US"/>
            </a:p>
          </p:txBody>
        </p:sp>
      </p:grpSp>
      <p:pic>
        <p:nvPicPr>
          <p:cNvPr id="153" name="גרפיקה 152">
            <a:extLst>
              <a:ext uri="{FF2B5EF4-FFF2-40B4-BE49-F238E27FC236}">
                <a16:creationId xmlns:a16="http://schemas.microsoft.com/office/drawing/2014/main" id="{45085534-BF17-3664-71D7-25CDA2FD6B0E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5710237" y="3086100"/>
            <a:ext cx="771525" cy="685800"/>
          </a:xfrm>
          <a:prstGeom prst="rect">
            <a:avLst/>
          </a:prstGeom>
        </p:spPr>
      </p:pic>
      <p:pic>
        <p:nvPicPr>
          <p:cNvPr id="155" name="גרפיקה 154">
            <a:extLst>
              <a:ext uri="{FF2B5EF4-FFF2-40B4-BE49-F238E27FC236}">
                <a16:creationId xmlns:a16="http://schemas.microsoft.com/office/drawing/2014/main" id="{D43498FC-1C46-5B23-B018-1B97F9013A2B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4438651" y="5437974"/>
            <a:ext cx="990600" cy="647700"/>
          </a:xfrm>
          <a:prstGeom prst="rect">
            <a:avLst/>
          </a:prstGeom>
        </p:spPr>
      </p:pic>
      <p:pic>
        <p:nvPicPr>
          <p:cNvPr id="157" name="גרפיקה 156">
            <a:extLst>
              <a:ext uri="{FF2B5EF4-FFF2-40B4-BE49-F238E27FC236}">
                <a16:creationId xmlns:a16="http://schemas.microsoft.com/office/drawing/2014/main" id="{8A54C88C-02B3-A88F-333F-CC259B873E42}"/>
              </a:ext>
            </a:extLst>
          </p:cNvPr>
          <p:cNvPicPr>
            <a:picLocks noChangeAspect="1"/>
          </p:cNvPicPr>
          <p:nvPr/>
        </p:nvPicPr>
        <p:blipFill>
          <a:blip r:embed="rId8"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5029200" y="542925"/>
            <a:ext cx="1143000" cy="866775"/>
          </a:xfrm>
          <a:prstGeom prst="rect">
            <a:avLst/>
          </a:prstGeom>
        </p:spPr>
      </p:pic>
      <p:pic>
        <p:nvPicPr>
          <p:cNvPr id="159" name="גרפיקה 158">
            <a:extLst>
              <a:ext uri="{FF2B5EF4-FFF2-40B4-BE49-F238E27FC236}">
                <a16:creationId xmlns:a16="http://schemas.microsoft.com/office/drawing/2014/main" id="{810D4FE6-FFFC-10A8-9856-242855753C20}"/>
              </a:ext>
            </a:extLst>
          </p:cNvPr>
          <p:cNvPicPr>
            <a:picLocks noChangeAspect="1"/>
          </p:cNvPicPr>
          <p:nvPr/>
        </p:nvPicPr>
        <p:blipFill>
          <a:blip r:embed="rId10"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2501574" y="1066800"/>
            <a:ext cx="809625" cy="342900"/>
          </a:xfrm>
          <a:prstGeom prst="rect">
            <a:avLst/>
          </a:prstGeom>
        </p:spPr>
      </p:pic>
      <p:pic>
        <p:nvPicPr>
          <p:cNvPr id="161" name="גרפיקה 160">
            <a:extLst>
              <a:ext uri="{FF2B5EF4-FFF2-40B4-BE49-F238E27FC236}">
                <a16:creationId xmlns:a16="http://schemas.microsoft.com/office/drawing/2014/main" id="{5EC48DE4-CADE-E858-92D4-E4E79534F957}"/>
              </a:ext>
            </a:extLst>
          </p:cNvPr>
          <p:cNvPicPr>
            <a:picLocks noChangeAspect="1"/>
          </p:cNvPicPr>
          <p:nvPr/>
        </p:nvPicPr>
        <p:blipFill>
          <a:blip r:embed="rId12"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4438651" y="3086100"/>
            <a:ext cx="1104900" cy="981075"/>
          </a:xfrm>
          <a:prstGeom prst="rect">
            <a:avLst/>
          </a:prstGeom>
        </p:spPr>
      </p:pic>
      <p:pic>
        <p:nvPicPr>
          <p:cNvPr id="163" name="גרפיקה 162">
            <a:extLst>
              <a:ext uri="{FF2B5EF4-FFF2-40B4-BE49-F238E27FC236}">
                <a16:creationId xmlns:a16="http://schemas.microsoft.com/office/drawing/2014/main" id="{F3E2CF06-A8D4-FFC4-E51C-522E4C5ADD22}"/>
              </a:ext>
            </a:extLst>
          </p:cNvPr>
          <p:cNvPicPr>
            <a:picLocks noChangeAspect="1"/>
          </p:cNvPicPr>
          <p:nvPr/>
        </p:nvPicPr>
        <p:blipFill>
          <a:blip r:embed="rId14">
            <a:extLst>
              <a:ext uri="{96DAC541-7B7A-43D3-8B79-37D633B846F1}">
                <asvg:svgBlip xmlns:asvg="http://schemas.microsoft.com/office/drawing/2016/SVG/main" r:embed="rId15"/>
              </a:ext>
            </a:extLst>
          </a:blip>
          <a:stretch>
            <a:fillRect/>
          </a:stretch>
        </p:blipFill>
        <p:spPr>
          <a:xfrm>
            <a:off x="727546" y="4300299"/>
            <a:ext cx="1438275" cy="1257300"/>
          </a:xfrm>
          <a:prstGeom prst="rect">
            <a:avLst/>
          </a:prstGeom>
        </p:spPr>
      </p:pic>
      <p:pic>
        <p:nvPicPr>
          <p:cNvPr id="165" name="גרפיקה 164">
            <a:extLst>
              <a:ext uri="{FF2B5EF4-FFF2-40B4-BE49-F238E27FC236}">
                <a16:creationId xmlns:a16="http://schemas.microsoft.com/office/drawing/2014/main" id="{D99B4E6F-B062-CC99-DC63-DFCBC8DA3F62}"/>
              </a:ext>
            </a:extLst>
          </p:cNvPr>
          <p:cNvPicPr>
            <a:picLocks noChangeAspect="1"/>
          </p:cNvPicPr>
          <p:nvPr/>
        </p:nvPicPr>
        <p:blipFill>
          <a:blip r:embed="rId16">
            <a:extLst>
              <a:ext uri="{96DAC541-7B7A-43D3-8B79-37D633B846F1}">
                <asvg:svgBlip xmlns:asvg="http://schemas.microsoft.com/office/drawing/2016/SVG/main" r:embed="rId17"/>
              </a:ext>
            </a:extLst>
          </a:blip>
          <a:stretch>
            <a:fillRect/>
          </a:stretch>
        </p:blipFill>
        <p:spPr>
          <a:xfrm>
            <a:off x="3709531" y="4400550"/>
            <a:ext cx="552450" cy="742950"/>
          </a:xfrm>
          <a:prstGeom prst="rect">
            <a:avLst/>
          </a:prstGeom>
        </p:spPr>
      </p:pic>
      <p:pic>
        <p:nvPicPr>
          <p:cNvPr id="167" name="גרפיקה 166">
            <a:extLst>
              <a:ext uri="{FF2B5EF4-FFF2-40B4-BE49-F238E27FC236}">
                <a16:creationId xmlns:a16="http://schemas.microsoft.com/office/drawing/2014/main" id="{425CFA5B-9936-9D37-E7D2-C4F7C9EF1AB3}"/>
              </a:ext>
            </a:extLst>
          </p:cNvPr>
          <p:cNvPicPr>
            <a:picLocks noChangeAspect="1"/>
          </p:cNvPicPr>
          <p:nvPr/>
        </p:nvPicPr>
        <p:blipFill>
          <a:blip r:embed="rId18">
            <a:extLst>
              <a:ext uri="{96DAC541-7B7A-43D3-8B79-37D633B846F1}">
                <asvg:svgBlip xmlns:asvg="http://schemas.microsoft.com/office/drawing/2016/SVG/main" r:embed="rId19"/>
              </a:ext>
            </a:extLst>
          </a:blip>
          <a:stretch>
            <a:fillRect/>
          </a:stretch>
        </p:blipFill>
        <p:spPr>
          <a:xfrm>
            <a:off x="2692210" y="4241123"/>
            <a:ext cx="361950" cy="657225"/>
          </a:xfrm>
          <a:prstGeom prst="rect">
            <a:avLst/>
          </a:prstGeom>
        </p:spPr>
      </p:pic>
      <p:pic>
        <p:nvPicPr>
          <p:cNvPr id="169" name="גרפיקה 168">
            <a:extLst>
              <a:ext uri="{FF2B5EF4-FFF2-40B4-BE49-F238E27FC236}">
                <a16:creationId xmlns:a16="http://schemas.microsoft.com/office/drawing/2014/main" id="{4CD5DCDC-351F-43D2-CE10-96DD11AB878D}"/>
              </a:ext>
            </a:extLst>
          </p:cNvPr>
          <p:cNvPicPr>
            <a:picLocks noChangeAspect="1"/>
          </p:cNvPicPr>
          <p:nvPr/>
        </p:nvPicPr>
        <p:blipFill>
          <a:blip r:embed="rId20">
            <a:extLst>
              <a:ext uri="{96DAC541-7B7A-43D3-8B79-37D633B846F1}">
                <asvg:svgBlip xmlns:asvg="http://schemas.microsoft.com/office/drawing/2016/SVG/main" r:embed="rId21"/>
              </a:ext>
            </a:extLst>
          </a:blip>
          <a:stretch>
            <a:fillRect/>
          </a:stretch>
        </p:blipFill>
        <p:spPr>
          <a:xfrm>
            <a:off x="2079593" y="3433762"/>
            <a:ext cx="609600" cy="485775"/>
          </a:xfrm>
          <a:prstGeom prst="rect">
            <a:avLst/>
          </a:prstGeom>
        </p:spPr>
      </p:pic>
      <p:pic>
        <p:nvPicPr>
          <p:cNvPr id="171" name="גרפיקה 170">
            <a:extLst>
              <a:ext uri="{FF2B5EF4-FFF2-40B4-BE49-F238E27FC236}">
                <a16:creationId xmlns:a16="http://schemas.microsoft.com/office/drawing/2014/main" id="{37ECC752-E81A-148B-9710-934B212201FC}"/>
              </a:ext>
            </a:extLst>
          </p:cNvPr>
          <p:cNvPicPr>
            <a:picLocks noChangeAspect="1"/>
          </p:cNvPicPr>
          <p:nvPr/>
        </p:nvPicPr>
        <p:blipFill>
          <a:blip r:embed="rId22">
            <a:extLst>
              <a:ext uri="{96DAC541-7B7A-43D3-8B79-37D633B846F1}">
                <asvg:svgBlip xmlns:asvg="http://schemas.microsoft.com/office/drawing/2016/SVG/main" r:embed="rId23"/>
              </a:ext>
            </a:extLst>
          </a:blip>
          <a:stretch>
            <a:fillRect/>
          </a:stretch>
        </p:blipFill>
        <p:spPr>
          <a:xfrm>
            <a:off x="4108679" y="1110346"/>
            <a:ext cx="952500" cy="81915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94727450"/>
      </p:ext>
    </p:extLst>
  </p:cSld>
  <p:clrMapOvr>
    <a:masterClrMapping/>
  </p:clrMapOvr>
</p:sld>
</file>

<file path=ppt/theme/theme1.xml><?xml version="1.0" encoding="utf-8"?>
<a:theme xmlns:a="http://schemas.openxmlformats.org/drawingml/2006/main" name="ערכת נושא Offic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74</TotalTime>
  <Words>462</Words>
  <Application>Microsoft Office PowerPoint</Application>
  <PresentationFormat>מסך רחב</PresentationFormat>
  <Paragraphs>56</Paragraphs>
  <Slides>10</Slides>
  <Notes>0</Notes>
  <HiddenSlides>0</HiddenSlides>
  <MMClips>0</MMClips>
  <ScaleCrop>false</ScaleCrop>
  <HeadingPairs>
    <vt:vector size="6" baseType="variant">
      <vt:variant>
        <vt:lpstr>גופנים בשימוש</vt:lpstr>
      </vt:variant>
      <vt:variant>
        <vt:i4>4</vt:i4>
      </vt:variant>
      <vt:variant>
        <vt:lpstr>ערכת נושא</vt:lpstr>
      </vt:variant>
      <vt:variant>
        <vt:i4>1</vt:i4>
      </vt:variant>
      <vt:variant>
        <vt:lpstr>כותרות שקופיות</vt:lpstr>
      </vt:variant>
      <vt:variant>
        <vt:i4>10</vt:i4>
      </vt:variant>
    </vt:vector>
  </HeadingPairs>
  <TitlesOfParts>
    <vt:vector size="15" baseType="lpstr">
      <vt:lpstr>Aptos</vt:lpstr>
      <vt:lpstr>Aptos Display</vt:lpstr>
      <vt:lpstr>Arial</vt:lpstr>
      <vt:lpstr>Assistant ExtraBold</vt:lpstr>
      <vt:lpstr>ערכת נושא Office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  <vt:lpstr>מצגת של PowerPoint‏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נתנאל סגל</dc:creator>
  <cp:lastModifiedBy>Timeless Electronix Israel</cp:lastModifiedBy>
  <cp:revision>8</cp:revision>
  <dcterms:created xsi:type="dcterms:W3CDTF">2025-02-11T14:29:50Z</dcterms:created>
  <dcterms:modified xsi:type="dcterms:W3CDTF">2025-02-12T07:36:44Z</dcterms:modified>
</cp:coreProperties>
</file>